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90" r:id="rId4"/>
    <p:sldId id="267" r:id="rId5"/>
    <p:sldId id="271" r:id="rId6"/>
    <p:sldId id="274" r:id="rId7"/>
    <p:sldId id="279" r:id="rId8"/>
    <p:sldId id="262" r:id="rId9"/>
    <p:sldId id="258" r:id="rId10"/>
    <p:sldId id="287" r:id="rId11"/>
    <p:sldId id="288" r:id="rId12"/>
    <p:sldId id="280" r:id="rId13"/>
    <p:sldId id="289" r:id="rId14"/>
    <p:sldId id="281" r:id="rId15"/>
    <p:sldId id="284" r:id="rId16"/>
    <p:sldId id="285" r:id="rId17"/>
    <p:sldId id="286" r:id="rId18"/>
    <p:sldId id="291" r:id="rId19"/>
    <p:sldId id="283" r:id="rId20"/>
    <p:sldId id="265" r:id="rId21"/>
    <p:sldId id="266" r:id="rId22"/>
  </p:sldIdLst>
  <p:sldSz cx="18288000" cy="10287000"/>
  <p:notesSz cx="6858000" cy="9144000"/>
  <p:embeddedFontLst>
    <p:embeddedFont>
      <p:font typeface="Montserrat Light" panose="00000400000000000000" pitchFamily="2" charset="0"/>
      <p:regular r:id="rId24"/>
      <p:italic r:id="rId25"/>
    </p:embeddedFont>
    <p:embeddedFont>
      <p:font typeface="Poppins" panose="00000500000000000000" pitchFamily="2" charset="0"/>
      <p:regular r:id="rId26"/>
      <p:bold r:id="rId27"/>
      <p:italic r:id="rId28"/>
      <p:boldItalic r:id="rId29"/>
    </p:embeddedFont>
    <p:embeddedFont>
      <p:font typeface="Poppins Semi-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EBFC51-0FCF-1C5F-85AA-4A8CBA8D1128}" v="1152" dt="2026-07-26T03:10:44.156"/>
    <p1510:client id="{586D19DA-D8F0-49ED-9D71-FA2B1B87D091}" v="70" dt="2026-07-25T22:23:59.478"/>
    <p1510:client id="{76C75709-13C1-B94B-BCF0-B145DCBB1788}" v="56" dt="2026-07-25T22:18:09.726"/>
    <p1510:client id="{81AEB207-8F00-2E6E-CC40-4B6A6C1FCE1B}" v="8" dt="2026-07-25T21:30:29.633"/>
    <p1510:client id="{C9AD91EA-69E7-2811-366E-AE7BF2DD1A9B}" v="1" dt="2026-07-25T11:22:25.358"/>
    <p1510:client id="{CA173009-51BC-58AE-42D3-587AC8582BE5}" v="3" dt="2026-07-25T11:08:41.270"/>
    <p1510:client id="{EA664582-E867-C591-E783-50DEF1B3684D}" v="27" dt="2026-07-26T01:54:51.816"/>
    <p1510:client id="{F83173F6-763F-E618-633A-868E97C75465}" v="1021" dt="2026-07-25T15:31:17.037"/>
    <p1510:client id="{F9B08F8D-D8D1-4274-8ACA-2C8832EC8B23}" v="717" dt="2026-07-26T07:49:47.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02" autoAdjust="0"/>
  </p:normalViewPr>
  <p:slideViewPr>
    <p:cSldViewPr snapToGrid="0">
      <p:cViewPr varScale="1">
        <p:scale>
          <a:sx n="41" d="100"/>
          <a:sy n="41" d="100"/>
        </p:scale>
        <p:origin x="198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thabile Ruth Tsosane" userId="S::202431758@spu.ac.za::64c6c0e5-e49c-45d2-a992-ae825622fbce" providerId="AD" clId="Web-{69494F5B-B321-5904-1FD0-53FC27651F75}"/>
    <pc:docChg chg="addSld modSld">
      <pc:chgData name="Rethabile Ruth Tsosane" userId="S::202431758@spu.ac.za::64c6c0e5-e49c-45d2-a992-ae825622fbce" providerId="AD" clId="Web-{69494F5B-B321-5904-1FD0-53FC27651F75}" dt="2026-07-25T22:23:59.478" v="69" actId="14100"/>
      <pc:docMkLst>
        <pc:docMk/>
      </pc:docMkLst>
      <pc:sldChg chg="addSp modSp">
        <pc:chgData name="Rethabile Ruth Tsosane" userId="S::202431758@spu.ac.za::64c6c0e5-e49c-45d2-a992-ae825622fbce" providerId="AD" clId="Web-{69494F5B-B321-5904-1FD0-53FC27651F75}" dt="2026-07-25T22:18:51.890" v="8" actId="1076"/>
        <pc:sldMkLst>
          <pc:docMk/>
          <pc:sldMk cId="1807264335" sldId="270"/>
        </pc:sldMkLst>
        <pc:spChg chg="add">
          <ac:chgData name="Rethabile Ruth Tsosane" userId="S::202431758@spu.ac.za::64c6c0e5-e49c-45d2-a992-ae825622fbce" providerId="AD" clId="Web-{69494F5B-B321-5904-1FD0-53FC27651F75}" dt="2026-07-25T22:18:43.374" v="6"/>
          <ac:spMkLst>
            <pc:docMk/>
            <pc:sldMk cId="1807264335" sldId="270"/>
            <ac:spMk id="5" creationId="{6639C253-7C72-4862-688F-42D3451DE73F}"/>
          </ac:spMkLst>
        </pc:spChg>
        <pc:picChg chg="mod">
          <ac:chgData name="Rethabile Ruth Tsosane" userId="S::202431758@spu.ac.za::64c6c0e5-e49c-45d2-a992-ae825622fbce" providerId="AD" clId="Web-{69494F5B-B321-5904-1FD0-53FC27651F75}" dt="2026-07-25T22:18:51.890" v="8" actId="1076"/>
          <ac:picMkLst>
            <pc:docMk/>
            <pc:sldMk cId="1807264335" sldId="270"/>
            <ac:picMk id="4" creationId="{782CEC1D-CB48-C5C1-CCE4-690EEAD4DDCD}"/>
          </ac:picMkLst>
        </pc:picChg>
      </pc:sldChg>
      <pc:sldChg chg="addSp delSp modSp">
        <pc:chgData name="Rethabile Ruth Tsosane" userId="S::202431758@spu.ac.za::64c6c0e5-e49c-45d2-a992-ae825622fbce" providerId="AD" clId="Web-{69494F5B-B321-5904-1FD0-53FC27651F75}" dt="2026-07-25T22:19:31.547" v="13" actId="1076"/>
        <pc:sldMkLst>
          <pc:docMk/>
          <pc:sldMk cId="3998568922" sldId="271"/>
        </pc:sldMkLst>
        <pc:spChg chg="add">
          <ac:chgData name="Rethabile Ruth Tsosane" userId="S::202431758@spu.ac.za::64c6c0e5-e49c-45d2-a992-ae825622fbce" providerId="AD" clId="Web-{69494F5B-B321-5904-1FD0-53FC27651F75}" dt="2026-07-25T22:19:26.610" v="12"/>
          <ac:spMkLst>
            <pc:docMk/>
            <pc:sldMk cId="3998568922" sldId="271"/>
            <ac:spMk id="6" creationId="{D609CF22-B3AB-7B87-C7FF-ABFF76AEC07E}"/>
          </ac:spMkLst>
        </pc:spChg>
        <pc:picChg chg="del">
          <ac:chgData name="Rethabile Ruth Tsosane" userId="S::202431758@spu.ac.za::64c6c0e5-e49c-45d2-a992-ae825622fbce" providerId="AD" clId="Web-{69494F5B-B321-5904-1FD0-53FC27651F75}" dt="2026-07-25T22:16:40.198" v="2"/>
          <ac:picMkLst>
            <pc:docMk/>
            <pc:sldMk cId="3998568922" sldId="271"/>
            <ac:picMk id="3" creationId="{4FC0A125-9DC6-16C0-ED30-8EB96022EAB0}"/>
          </ac:picMkLst>
        </pc:picChg>
        <pc:picChg chg="mod">
          <ac:chgData name="Rethabile Ruth Tsosane" userId="S::202431758@spu.ac.za::64c6c0e5-e49c-45d2-a992-ae825622fbce" providerId="AD" clId="Web-{69494F5B-B321-5904-1FD0-53FC27651F75}" dt="2026-07-25T22:19:31.547" v="13" actId="1076"/>
          <ac:picMkLst>
            <pc:docMk/>
            <pc:sldMk cId="3998568922" sldId="271"/>
            <ac:picMk id="4" creationId="{A6B707A6-7B6D-C727-3020-972C47B93955}"/>
          </ac:picMkLst>
        </pc:picChg>
      </pc:sldChg>
      <pc:sldChg chg="modSp">
        <pc:chgData name="Rethabile Ruth Tsosane" userId="S::202431758@spu.ac.za::64c6c0e5-e49c-45d2-a992-ae825622fbce" providerId="AD" clId="Web-{69494F5B-B321-5904-1FD0-53FC27651F75}" dt="2026-07-25T22:19:55.595" v="17" actId="14100"/>
        <pc:sldMkLst>
          <pc:docMk/>
          <pc:sldMk cId="483639714" sldId="272"/>
        </pc:sldMkLst>
        <pc:picChg chg="mod">
          <ac:chgData name="Rethabile Ruth Tsosane" userId="S::202431758@spu.ac.za::64c6c0e5-e49c-45d2-a992-ae825622fbce" providerId="AD" clId="Web-{69494F5B-B321-5904-1FD0-53FC27651F75}" dt="2026-07-25T22:19:55.595" v="17" actId="14100"/>
          <ac:picMkLst>
            <pc:docMk/>
            <pc:sldMk cId="483639714" sldId="272"/>
            <ac:picMk id="3" creationId="{C03C2780-FA8F-545B-C86A-6739C5063617}"/>
          </ac:picMkLst>
        </pc:picChg>
      </pc:sldChg>
      <pc:sldChg chg="modSp">
        <pc:chgData name="Rethabile Ruth Tsosane" userId="S::202431758@spu.ac.za::64c6c0e5-e49c-45d2-a992-ae825622fbce" providerId="AD" clId="Web-{69494F5B-B321-5904-1FD0-53FC27651F75}" dt="2026-07-25T22:19:47.767" v="15" actId="1076"/>
        <pc:sldMkLst>
          <pc:docMk/>
          <pc:sldMk cId="1680682787" sldId="273"/>
        </pc:sldMkLst>
        <pc:picChg chg="mod">
          <ac:chgData name="Rethabile Ruth Tsosane" userId="S::202431758@spu.ac.za::64c6c0e5-e49c-45d2-a992-ae825622fbce" providerId="AD" clId="Web-{69494F5B-B321-5904-1FD0-53FC27651F75}" dt="2026-07-25T22:19:47.767" v="15" actId="1076"/>
          <ac:picMkLst>
            <pc:docMk/>
            <pc:sldMk cId="1680682787" sldId="273"/>
            <ac:picMk id="3" creationId="{F081281E-345C-349F-2EE9-7F638A03174E}"/>
          </ac:picMkLst>
        </pc:picChg>
      </pc:sldChg>
      <pc:sldChg chg="addSp delSp modSp">
        <pc:chgData name="Rethabile Ruth Tsosane" userId="S::202431758@spu.ac.za::64c6c0e5-e49c-45d2-a992-ae825622fbce" providerId="AD" clId="Web-{69494F5B-B321-5904-1FD0-53FC27651F75}" dt="2026-07-25T22:21:17.035" v="35" actId="1076"/>
        <pc:sldMkLst>
          <pc:docMk/>
          <pc:sldMk cId="1854825920" sldId="274"/>
        </pc:sldMkLst>
        <pc:picChg chg="add mod">
          <ac:chgData name="Rethabile Ruth Tsosane" userId="S::202431758@spu.ac.za::64c6c0e5-e49c-45d2-a992-ae825622fbce" providerId="AD" clId="Web-{69494F5B-B321-5904-1FD0-53FC27651F75}" dt="2026-07-25T22:21:17.035" v="35" actId="1076"/>
          <ac:picMkLst>
            <pc:docMk/>
            <pc:sldMk cId="1854825920" sldId="274"/>
            <ac:picMk id="4" creationId="{D0D9CF29-D1D0-8D56-1085-A4BD93F84B23}"/>
          </ac:picMkLst>
        </pc:picChg>
        <pc:picChg chg="add del mod">
          <ac:chgData name="Rethabile Ruth Tsosane" userId="S::202431758@spu.ac.za::64c6c0e5-e49c-45d2-a992-ae825622fbce" providerId="AD" clId="Web-{69494F5B-B321-5904-1FD0-53FC27651F75}" dt="2026-07-25T22:20:47.988" v="25"/>
          <ac:picMkLst>
            <pc:docMk/>
            <pc:sldMk cId="1854825920" sldId="274"/>
            <ac:picMk id="5" creationId="{143474FF-6F69-A785-66E6-3A236A42B336}"/>
          </ac:picMkLst>
        </pc:picChg>
      </pc:sldChg>
      <pc:sldChg chg="addSp modSp">
        <pc:chgData name="Rethabile Ruth Tsosane" userId="S::202431758@spu.ac.za::64c6c0e5-e49c-45d2-a992-ae825622fbce" providerId="AD" clId="Web-{69494F5B-B321-5904-1FD0-53FC27651F75}" dt="2026-07-25T22:21:07.770" v="32" actId="14100"/>
        <pc:sldMkLst>
          <pc:docMk/>
          <pc:sldMk cId="4290470424" sldId="275"/>
        </pc:sldMkLst>
        <pc:picChg chg="add mod modCrop">
          <ac:chgData name="Rethabile Ruth Tsosane" userId="S::202431758@spu.ac.za::64c6c0e5-e49c-45d2-a992-ae825622fbce" providerId="AD" clId="Web-{69494F5B-B321-5904-1FD0-53FC27651F75}" dt="2026-07-25T22:21:07.770" v="32" actId="14100"/>
          <ac:picMkLst>
            <pc:docMk/>
            <pc:sldMk cId="4290470424" sldId="275"/>
            <ac:picMk id="4" creationId="{8898413C-DB6A-89A1-3682-A1CFE48A2F90}"/>
          </ac:picMkLst>
        </pc:picChg>
      </pc:sldChg>
      <pc:sldChg chg="addSp delSp modSp add replId">
        <pc:chgData name="Rethabile Ruth Tsosane" userId="S::202431758@spu.ac.za::64c6c0e5-e49c-45d2-a992-ae825622fbce" providerId="AD" clId="Web-{69494F5B-B321-5904-1FD0-53FC27651F75}" dt="2026-07-25T22:21:48.052" v="42" actId="14100"/>
        <pc:sldMkLst>
          <pc:docMk/>
          <pc:sldMk cId="3189065840" sldId="276"/>
        </pc:sldMkLst>
        <pc:picChg chg="add mod">
          <ac:chgData name="Rethabile Ruth Tsosane" userId="S::202431758@spu.ac.za::64c6c0e5-e49c-45d2-a992-ae825622fbce" providerId="AD" clId="Web-{69494F5B-B321-5904-1FD0-53FC27651F75}" dt="2026-07-25T22:21:34.427" v="39" actId="1076"/>
          <ac:picMkLst>
            <pc:docMk/>
            <pc:sldMk cId="3189065840" sldId="276"/>
            <ac:picMk id="3" creationId="{9E1C49D9-61EA-E443-7D87-C600220FCF01}"/>
          </ac:picMkLst>
        </pc:picChg>
        <pc:picChg chg="del">
          <ac:chgData name="Rethabile Ruth Tsosane" userId="S::202431758@spu.ac.za::64c6c0e5-e49c-45d2-a992-ae825622fbce" providerId="AD" clId="Web-{69494F5B-B321-5904-1FD0-53FC27651F75}" dt="2026-07-25T22:21:24.129" v="37"/>
          <ac:picMkLst>
            <pc:docMk/>
            <pc:sldMk cId="3189065840" sldId="276"/>
            <ac:picMk id="4" creationId="{A71271AD-632C-AC2A-E4CD-781D5F50BD76}"/>
          </ac:picMkLst>
        </pc:picChg>
        <pc:picChg chg="add mod">
          <ac:chgData name="Rethabile Ruth Tsosane" userId="S::202431758@spu.ac.za::64c6c0e5-e49c-45d2-a992-ae825622fbce" providerId="AD" clId="Web-{69494F5B-B321-5904-1FD0-53FC27651F75}" dt="2026-07-25T22:21:48.052" v="42" actId="14100"/>
          <ac:picMkLst>
            <pc:docMk/>
            <pc:sldMk cId="3189065840" sldId="276"/>
            <ac:picMk id="5" creationId="{7768B497-1728-AEF5-1E53-6C39D84E73DD}"/>
          </ac:picMkLst>
        </pc:picChg>
      </pc:sldChg>
      <pc:sldChg chg="addSp delSp modSp add replId">
        <pc:chgData name="Rethabile Ruth Tsosane" userId="S::202431758@spu.ac.za::64c6c0e5-e49c-45d2-a992-ae825622fbce" providerId="AD" clId="Web-{69494F5B-B321-5904-1FD0-53FC27651F75}" dt="2026-07-25T22:22:25.647" v="51" actId="14100"/>
        <pc:sldMkLst>
          <pc:docMk/>
          <pc:sldMk cId="3105794879" sldId="277"/>
        </pc:sldMkLst>
        <pc:picChg chg="del">
          <ac:chgData name="Rethabile Ruth Tsosane" userId="S::202431758@spu.ac.za::64c6c0e5-e49c-45d2-a992-ae825622fbce" providerId="AD" clId="Web-{69494F5B-B321-5904-1FD0-53FC27651F75}" dt="2026-07-25T22:21:54.740" v="44"/>
          <ac:picMkLst>
            <pc:docMk/>
            <pc:sldMk cId="3105794879" sldId="277"/>
            <ac:picMk id="3" creationId="{AE9F147E-BE8D-0310-C2E4-ACDAB37F0A99}"/>
          </ac:picMkLst>
        </pc:picChg>
        <pc:picChg chg="add mod">
          <ac:chgData name="Rethabile Ruth Tsosane" userId="S::202431758@spu.ac.za::64c6c0e5-e49c-45d2-a992-ae825622fbce" providerId="AD" clId="Web-{69494F5B-B321-5904-1FD0-53FC27651F75}" dt="2026-07-25T22:22:11.334" v="48" actId="14100"/>
          <ac:picMkLst>
            <pc:docMk/>
            <pc:sldMk cId="3105794879" sldId="277"/>
            <ac:picMk id="4" creationId="{AA998B8A-EEF7-8B57-5335-1F33C467800F}"/>
          </ac:picMkLst>
        </pc:picChg>
        <pc:picChg chg="del">
          <ac:chgData name="Rethabile Ruth Tsosane" userId="S::202431758@spu.ac.za::64c6c0e5-e49c-45d2-a992-ae825622fbce" providerId="AD" clId="Web-{69494F5B-B321-5904-1FD0-53FC27651F75}" dt="2026-07-25T22:21:56.427" v="45"/>
          <ac:picMkLst>
            <pc:docMk/>
            <pc:sldMk cId="3105794879" sldId="277"/>
            <ac:picMk id="5" creationId="{B71B1B65-9FCF-6F8E-5A6E-29F98953400D}"/>
          </ac:picMkLst>
        </pc:picChg>
        <pc:picChg chg="add mod">
          <ac:chgData name="Rethabile Ruth Tsosane" userId="S::202431758@spu.ac.za::64c6c0e5-e49c-45d2-a992-ae825622fbce" providerId="AD" clId="Web-{69494F5B-B321-5904-1FD0-53FC27651F75}" dt="2026-07-25T22:22:25.647" v="51" actId="14100"/>
          <ac:picMkLst>
            <pc:docMk/>
            <pc:sldMk cId="3105794879" sldId="277"/>
            <ac:picMk id="6" creationId="{8B03B0D6-BD72-0EC7-3A76-E463D859E0B3}"/>
          </ac:picMkLst>
        </pc:picChg>
      </pc:sldChg>
      <pc:sldChg chg="addSp delSp modSp add replId">
        <pc:chgData name="Rethabile Ruth Tsosane" userId="S::202431758@spu.ac.za::64c6c0e5-e49c-45d2-a992-ae825622fbce" providerId="AD" clId="Web-{69494F5B-B321-5904-1FD0-53FC27651F75}" dt="2026-07-25T22:23:01.055" v="59" actId="1076"/>
        <pc:sldMkLst>
          <pc:docMk/>
          <pc:sldMk cId="3907368361" sldId="278"/>
        </pc:sldMkLst>
        <pc:picChg chg="add mod">
          <ac:chgData name="Rethabile Ruth Tsosane" userId="S::202431758@spu.ac.za::64c6c0e5-e49c-45d2-a992-ae825622fbce" providerId="AD" clId="Web-{69494F5B-B321-5904-1FD0-53FC27651F75}" dt="2026-07-25T22:22:49.414" v="57" actId="14100"/>
          <ac:picMkLst>
            <pc:docMk/>
            <pc:sldMk cId="3907368361" sldId="278"/>
            <ac:picMk id="3" creationId="{92092105-B3A6-1BCB-223B-8C4D47849EB4}"/>
          </ac:picMkLst>
        </pc:picChg>
        <pc:picChg chg="del">
          <ac:chgData name="Rethabile Ruth Tsosane" userId="S::202431758@spu.ac.za::64c6c0e5-e49c-45d2-a992-ae825622fbce" providerId="AD" clId="Web-{69494F5B-B321-5904-1FD0-53FC27651F75}" dt="2026-07-25T22:22:37.757" v="54"/>
          <ac:picMkLst>
            <pc:docMk/>
            <pc:sldMk cId="3907368361" sldId="278"/>
            <ac:picMk id="4" creationId="{7D72F2CB-8FE3-3F99-459D-E153A8830DF0}"/>
          </ac:picMkLst>
        </pc:picChg>
        <pc:picChg chg="add mod">
          <ac:chgData name="Rethabile Ruth Tsosane" userId="S::202431758@spu.ac.za::64c6c0e5-e49c-45d2-a992-ae825622fbce" providerId="AD" clId="Web-{69494F5B-B321-5904-1FD0-53FC27651F75}" dt="2026-07-25T22:23:01.055" v="59" actId="1076"/>
          <ac:picMkLst>
            <pc:docMk/>
            <pc:sldMk cId="3907368361" sldId="278"/>
            <ac:picMk id="5" creationId="{22AE5255-7097-B9B1-E719-6E254ACEDE52}"/>
          </ac:picMkLst>
        </pc:picChg>
        <pc:picChg chg="del">
          <ac:chgData name="Rethabile Ruth Tsosane" userId="S::202431758@spu.ac.za::64c6c0e5-e49c-45d2-a992-ae825622fbce" providerId="AD" clId="Web-{69494F5B-B321-5904-1FD0-53FC27651F75}" dt="2026-07-25T22:22:36.148" v="53"/>
          <ac:picMkLst>
            <pc:docMk/>
            <pc:sldMk cId="3907368361" sldId="278"/>
            <ac:picMk id="6" creationId="{E572FBD9-EEE3-5364-2749-E4597D8811C6}"/>
          </ac:picMkLst>
        </pc:picChg>
      </pc:sldChg>
      <pc:sldChg chg="addSp delSp modSp add replId">
        <pc:chgData name="Rethabile Ruth Tsosane" userId="S::202431758@spu.ac.za::64c6c0e5-e49c-45d2-a992-ae825622fbce" providerId="AD" clId="Web-{69494F5B-B321-5904-1FD0-53FC27651F75}" dt="2026-07-25T22:23:59.478" v="69" actId="14100"/>
        <pc:sldMkLst>
          <pc:docMk/>
          <pc:sldMk cId="4056392174" sldId="279"/>
        </pc:sldMkLst>
        <pc:picChg chg="del">
          <ac:chgData name="Rethabile Ruth Tsosane" userId="S::202431758@spu.ac.za::64c6c0e5-e49c-45d2-a992-ae825622fbce" providerId="AD" clId="Web-{69494F5B-B321-5904-1FD0-53FC27651F75}" dt="2026-07-25T22:23:28.446" v="62"/>
          <ac:picMkLst>
            <pc:docMk/>
            <pc:sldMk cId="4056392174" sldId="279"/>
            <ac:picMk id="3" creationId="{D77B7173-54E7-679F-6744-92D365B16904}"/>
          </ac:picMkLst>
        </pc:picChg>
        <pc:picChg chg="add mod">
          <ac:chgData name="Rethabile Ruth Tsosane" userId="S::202431758@spu.ac.za::64c6c0e5-e49c-45d2-a992-ae825622fbce" providerId="AD" clId="Web-{69494F5B-B321-5904-1FD0-53FC27651F75}" dt="2026-07-25T22:23:59.478" v="69" actId="14100"/>
          <ac:picMkLst>
            <pc:docMk/>
            <pc:sldMk cId="4056392174" sldId="279"/>
            <ac:picMk id="4" creationId="{D37EF685-2A4F-AC71-5A56-D53130625A42}"/>
          </ac:picMkLst>
        </pc:picChg>
        <pc:picChg chg="del">
          <ac:chgData name="Rethabile Ruth Tsosane" userId="S::202431758@spu.ac.za::64c6c0e5-e49c-45d2-a992-ae825622fbce" providerId="AD" clId="Web-{69494F5B-B321-5904-1FD0-53FC27651F75}" dt="2026-07-25T22:23:26.977" v="61"/>
          <ac:picMkLst>
            <pc:docMk/>
            <pc:sldMk cId="4056392174" sldId="279"/>
            <ac:picMk id="5" creationId="{708F1EF3-ECD5-EE86-5EAB-E0245B325B72}"/>
          </ac:picMkLst>
        </pc:picChg>
        <pc:picChg chg="add mod">
          <ac:chgData name="Rethabile Ruth Tsosane" userId="S::202431758@spu.ac.za::64c6c0e5-e49c-45d2-a992-ae825622fbce" providerId="AD" clId="Web-{69494F5B-B321-5904-1FD0-53FC27651F75}" dt="2026-07-25T22:23:54.306" v="68" actId="1076"/>
          <ac:picMkLst>
            <pc:docMk/>
            <pc:sldMk cId="4056392174" sldId="279"/>
            <ac:picMk id="6" creationId="{4878A186-2E61-16EE-6FBD-65D02BB22709}"/>
          </ac:picMkLst>
        </pc:picChg>
      </pc:sldChg>
    </pc:docChg>
  </pc:docChgLst>
  <pc:docChgLst>
    <pc:chgData name="Bonolo Angela Rentsi" userId="a1f635ec-29c8-4844-be5f-558808ffa76f" providerId="ADAL" clId="{EF2C793C-3817-480E-8C69-13C9B8AF2F77}"/>
    <pc:docChg chg="undo custSel addSld delSld modSld sldOrd">
      <pc:chgData name="Bonolo Angela Rentsi" userId="a1f635ec-29c8-4844-be5f-558808ffa76f" providerId="ADAL" clId="{EF2C793C-3817-480E-8C69-13C9B8AF2F77}" dt="2026-07-26T07:49:47.942" v="651"/>
      <pc:docMkLst>
        <pc:docMk/>
      </pc:docMkLst>
      <pc:sldChg chg="modSp modNotesTx">
        <pc:chgData name="Bonolo Angela Rentsi" userId="a1f635ec-29c8-4844-be5f-558808ffa76f" providerId="ADAL" clId="{EF2C793C-3817-480E-8C69-13C9B8AF2F77}" dt="2026-07-26T06:04:58.849" v="605" actId="6549"/>
        <pc:sldMkLst>
          <pc:docMk/>
          <pc:sldMk cId="0" sldId="257"/>
        </pc:sldMkLst>
        <pc:spChg chg="mod">
          <ac:chgData name="Bonolo Angela Rentsi" userId="a1f635ec-29c8-4844-be5f-558808ffa76f" providerId="ADAL" clId="{EF2C793C-3817-480E-8C69-13C9B8AF2F77}" dt="2026-07-25T11:11:00.972" v="0"/>
          <ac:spMkLst>
            <pc:docMk/>
            <pc:sldMk cId="0" sldId="257"/>
            <ac:spMk id="39" creationId="{00000000-0000-0000-0000-000000000000}"/>
          </ac:spMkLst>
        </pc:spChg>
      </pc:sldChg>
      <pc:sldChg chg="addSp delSp modSp mod ord">
        <pc:chgData name="Bonolo Angela Rentsi" userId="a1f635ec-29c8-4844-be5f-558808ffa76f" providerId="ADAL" clId="{EF2C793C-3817-480E-8C69-13C9B8AF2F77}" dt="2026-07-26T03:16:36.785" v="434" actId="14100"/>
        <pc:sldMkLst>
          <pc:docMk/>
          <pc:sldMk cId="0" sldId="258"/>
        </pc:sldMkLst>
        <pc:spChg chg="del">
          <ac:chgData name="Bonolo Angela Rentsi" userId="a1f635ec-29c8-4844-be5f-558808ffa76f" providerId="ADAL" clId="{EF2C793C-3817-480E-8C69-13C9B8AF2F77}" dt="2026-07-25T22:56:34.726" v="206" actId="478"/>
          <ac:spMkLst>
            <pc:docMk/>
            <pc:sldMk cId="0" sldId="258"/>
            <ac:spMk id="5" creationId="{00000000-0000-0000-0000-000000000000}"/>
          </ac:spMkLst>
        </pc:spChg>
        <pc:spChg chg="del mod topLvl">
          <ac:chgData name="Bonolo Angela Rentsi" userId="a1f635ec-29c8-4844-be5f-558808ffa76f" providerId="ADAL" clId="{EF2C793C-3817-480E-8C69-13C9B8AF2F77}" dt="2026-07-26T03:14:17.698" v="416" actId="478"/>
          <ac:spMkLst>
            <pc:docMk/>
            <pc:sldMk cId="0" sldId="258"/>
            <ac:spMk id="8" creationId="{00000000-0000-0000-0000-000000000000}"/>
          </ac:spMkLst>
        </pc:spChg>
        <pc:spChg chg="topLvl">
          <ac:chgData name="Bonolo Angela Rentsi" userId="a1f635ec-29c8-4844-be5f-558808ffa76f" providerId="ADAL" clId="{EF2C793C-3817-480E-8C69-13C9B8AF2F77}" dt="2026-07-26T03:14:17.698" v="416" actId="478"/>
          <ac:spMkLst>
            <pc:docMk/>
            <pc:sldMk cId="0" sldId="258"/>
            <ac:spMk id="9" creationId="{00000000-0000-0000-0000-000000000000}"/>
          </ac:spMkLst>
        </pc:spChg>
        <pc:spChg chg="add mod">
          <ac:chgData name="Bonolo Angela Rentsi" userId="a1f635ec-29c8-4844-be5f-558808ffa76f" providerId="ADAL" clId="{EF2C793C-3817-480E-8C69-13C9B8AF2F77}" dt="2026-07-26T03:15:56.163" v="427"/>
          <ac:spMkLst>
            <pc:docMk/>
            <pc:sldMk cId="0" sldId="258"/>
            <ac:spMk id="10" creationId="{F36A81C2-0B43-BF5B-3282-0DBB38DDBAF0}"/>
          </ac:spMkLst>
        </pc:spChg>
        <pc:spChg chg="mod">
          <ac:chgData name="Bonolo Angela Rentsi" userId="a1f635ec-29c8-4844-be5f-558808ffa76f" providerId="ADAL" clId="{EF2C793C-3817-480E-8C69-13C9B8AF2F77}" dt="2026-07-26T03:14:39.544" v="419" actId="14100"/>
          <ac:spMkLst>
            <pc:docMk/>
            <pc:sldMk cId="0" sldId="258"/>
            <ac:spMk id="11" creationId="{0BFF341D-F7E6-4D0B-A0CB-65C56C66D1B9}"/>
          </ac:spMkLst>
        </pc:spChg>
        <pc:spChg chg="del">
          <ac:chgData name="Bonolo Angela Rentsi" userId="a1f635ec-29c8-4844-be5f-558808ffa76f" providerId="ADAL" clId="{EF2C793C-3817-480E-8C69-13C9B8AF2F77}" dt="2026-07-25T22:56:46.169" v="209" actId="478"/>
          <ac:spMkLst>
            <pc:docMk/>
            <pc:sldMk cId="0" sldId="258"/>
            <ac:spMk id="13" creationId="{00000000-0000-0000-0000-000000000000}"/>
          </ac:spMkLst>
        </pc:spChg>
        <pc:spChg chg="del">
          <ac:chgData name="Bonolo Angela Rentsi" userId="a1f635ec-29c8-4844-be5f-558808ffa76f" providerId="ADAL" clId="{EF2C793C-3817-480E-8C69-13C9B8AF2F77}" dt="2026-07-26T03:10:30.599" v="394" actId="478"/>
          <ac:spMkLst>
            <pc:docMk/>
            <pc:sldMk cId="0" sldId="258"/>
            <ac:spMk id="13" creationId="{90632560-CCD6-DF4F-2620-7CDCB8BDE0F8}"/>
          </ac:spMkLst>
        </pc:spChg>
        <pc:spChg chg="del">
          <ac:chgData name="Bonolo Angela Rentsi" userId="a1f635ec-29c8-4844-be5f-558808ffa76f" providerId="ADAL" clId="{EF2C793C-3817-480E-8C69-13C9B8AF2F77}" dt="2026-07-25T22:56:40.646" v="207" actId="478"/>
          <ac:spMkLst>
            <pc:docMk/>
            <pc:sldMk cId="0" sldId="258"/>
            <ac:spMk id="28" creationId="{00000000-0000-0000-0000-000000000000}"/>
          </ac:spMkLst>
        </pc:spChg>
        <pc:spChg chg="mod">
          <ac:chgData name="Bonolo Angela Rentsi" userId="a1f635ec-29c8-4844-be5f-558808ffa76f" providerId="ADAL" clId="{EF2C793C-3817-480E-8C69-13C9B8AF2F77}" dt="2026-07-26T03:12:21.638" v="402" actId="1076"/>
          <ac:spMkLst>
            <pc:docMk/>
            <pc:sldMk cId="0" sldId="258"/>
            <ac:spMk id="30" creationId="{00000000-0000-0000-0000-000000000000}"/>
          </ac:spMkLst>
        </pc:spChg>
        <pc:spChg chg="del">
          <ac:chgData name="Bonolo Angela Rentsi" userId="a1f635ec-29c8-4844-be5f-558808ffa76f" providerId="ADAL" clId="{EF2C793C-3817-480E-8C69-13C9B8AF2F77}" dt="2026-07-25T22:56:46.169" v="209" actId="478"/>
          <ac:spMkLst>
            <pc:docMk/>
            <pc:sldMk cId="0" sldId="258"/>
            <ac:spMk id="31" creationId="{00000000-0000-0000-0000-000000000000}"/>
          </ac:spMkLst>
        </pc:spChg>
        <pc:spChg chg="del">
          <ac:chgData name="Bonolo Angela Rentsi" userId="a1f635ec-29c8-4844-be5f-558808ffa76f" providerId="ADAL" clId="{EF2C793C-3817-480E-8C69-13C9B8AF2F77}" dt="2026-07-25T22:56:34.726" v="206" actId="478"/>
          <ac:spMkLst>
            <pc:docMk/>
            <pc:sldMk cId="0" sldId="258"/>
            <ac:spMk id="33" creationId="{00000000-0000-0000-0000-000000000000}"/>
          </ac:spMkLst>
        </pc:spChg>
        <pc:spChg chg="del mod">
          <ac:chgData name="Bonolo Angela Rentsi" userId="a1f635ec-29c8-4844-be5f-558808ffa76f" providerId="ADAL" clId="{EF2C793C-3817-480E-8C69-13C9B8AF2F77}" dt="2026-07-25T22:57:01.883" v="213" actId="478"/>
          <ac:spMkLst>
            <pc:docMk/>
            <pc:sldMk cId="0" sldId="258"/>
            <ac:spMk id="34" creationId="{00000000-0000-0000-0000-000000000000}"/>
          </ac:spMkLst>
        </pc:spChg>
        <pc:spChg chg="del">
          <ac:chgData name="Bonolo Angela Rentsi" userId="a1f635ec-29c8-4844-be5f-558808ffa76f" providerId="ADAL" clId="{EF2C793C-3817-480E-8C69-13C9B8AF2F77}" dt="2026-07-25T22:56:46.169" v="209" actId="478"/>
          <ac:spMkLst>
            <pc:docMk/>
            <pc:sldMk cId="0" sldId="258"/>
            <ac:spMk id="35" creationId="{00000000-0000-0000-0000-000000000000}"/>
          </ac:spMkLst>
        </pc:spChg>
        <pc:spChg chg="del">
          <ac:chgData name="Bonolo Angela Rentsi" userId="a1f635ec-29c8-4844-be5f-558808ffa76f" providerId="ADAL" clId="{EF2C793C-3817-480E-8C69-13C9B8AF2F77}" dt="2026-07-25T22:56:40.646" v="207" actId="478"/>
          <ac:spMkLst>
            <pc:docMk/>
            <pc:sldMk cId="0" sldId="258"/>
            <ac:spMk id="36" creationId="{00000000-0000-0000-0000-000000000000}"/>
          </ac:spMkLst>
        </pc:spChg>
        <pc:spChg chg="del">
          <ac:chgData name="Bonolo Angela Rentsi" userId="a1f635ec-29c8-4844-be5f-558808ffa76f" providerId="ADAL" clId="{EF2C793C-3817-480E-8C69-13C9B8AF2F77}" dt="2026-07-25T22:56:40.646" v="207" actId="478"/>
          <ac:spMkLst>
            <pc:docMk/>
            <pc:sldMk cId="0" sldId="258"/>
            <ac:spMk id="37" creationId="{00000000-0000-0000-0000-000000000000}"/>
          </ac:spMkLst>
        </pc:spChg>
        <pc:spChg chg="del">
          <ac:chgData name="Bonolo Angela Rentsi" userId="a1f635ec-29c8-4844-be5f-558808ffa76f" providerId="ADAL" clId="{EF2C793C-3817-480E-8C69-13C9B8AF2F77}" dt="2026-07-25T22:56:40.646" v="207" actId="478"/>
          <ac:spMkLst>
            <pc:docMk/>
            <pc:sldMk cId="0" sldId="258"/>
            <ac:spMk id="38" creationId="{00000000-0000-0000-0000-000000000000}"/>
          </ac:spMkLst>
        </pc:spChg>
        <pc:spChg chg="del">
          <ac:chgData name="Bonolo Angela Rentsi" userId="a1f635ec-29c8-4844-be5f-558808ffa76f" providerId="ADAL" clId="{EF2C793C-3817-480E-8C69-13C9B8AF2F77}" dt="2026-07-25T22:56:46.169" v="209" actId="478"/>
          <ac:spMkLst>
            <pc:docMk/>
            <pc:sldMk cId="0" sldId="258"/>
            <ac:spMk id="44" creationId="{8A503D34-2B88-9AB4-FD2A-A8F3C9EDC694}"/>
          </ac:spMkLst>
        </pc:spChg>
        <pc:spChg chg="del">
          <ac:chgData name="Bonolo Angela Rentsi" userId="a1f635ec-29c8-4844-be5f-558808ffa76f" providerId="ADAL" clId="{EF2C793C-3817-480E-8C69-13C9B8AF2F77}" dt="2026-07-25T22:56:43.801" v="208" actId="478"/>
          <ac:spMkLst>
            <pc:docMk/>
            <pc:sldMk cId="0" sldId="258"/>
            <ac:spMk id="46" creationId="{E78908CF-EC00-8492-A309-152EF2AED2F2}"/>
          </ac:spMkLst>
        </pc:spChg>
        <pc:grpChg chg="del">
          <ac:chgData name="Bonolo Angela Rentsi" userId="a1f635ec-29c8-4844-be5f-558808ffa76f" providerId="ADAL" clId="{EF2C793C-3817-480E-8C69-13C9B8AF2F77}" dt="2026-07-25T22:56:34.726" v="206" actId="478"/>
          <ac:grpSpMkLst>
            <pc:docMk/>
            <pc:sldMk cId="0" sldId="258"/>
            <ac:grpSpMk id="2" creationId="{00000000-0000-0000-0000-000000000000}"/>
          </ac:grpSpMkLst>
        </pc:grpChg>
        <pc:grpChg chg="del mod">
          <ac:chgData name="Bonolo Angela Rentsi" userId="a1f635ec-29c8-4844-be5f-558808ffa76f" providerId="ADAL" clId="{EF2C793C-3817-480E-8C69-13C9B8AF2F77}" dt="2026-07-26T03:14:17.698" v="416" actId="478"/>
          <ac:grpSpMkLst>
            <pc:docMk/>
            <pc:sldMk cId="0" sldId="258"/>
            <ac:grpSpMk id="7" creationId="{00000000-0000-0000-0000-000000000000}"/>
          </ac:grpSpMkLst>
        </pc:grpChg>
        <pc:grpChg chg="del">
          <ac:chgData name="Bonolo Angela Rentsi" userId="a1f635ec-29c8-4844-be5f-558808ffa76f" providerId="ADAL" clId="{EF2C793C-3817-480E-8C69-13C9B8AF2F77}" dt="2026-07-25T22:56:40.646" v="207" actId="478"/>
          <ac:grpSpMkLst>
            <pc:docMk/>
            <pc:sldMk cId="0" sldId="258"/>
            <ac:grpSpMk id="10" creationId="{00000000-0000-0000-0000-000000000000}"/>
          </ac:grpSpMkLst>
        </pc:grpChg>
        <pc:grpChg chg="del">
          <ac:chgData name="Bonolo Angela Rentsi" userId="a1f635ec-29c8-4844-be5f-558808ffa76f" providerId="ADAL" clId="{EF2C793C-3817-480E-8C69-13C9B8AF2F77}" dt="2026-07-25T22:56:40.646" v="207" actId="478"/>
          <ac:grpSpMkLst>
            <pc:docMk/>
            <pc:sldMk cId="0" sldId="258"/>
            <ac:grpSpMk id="19" creationId="{00000000-0000-0000-0000-000000000000}"/>
          </ac:grpSpMkLst>
        </pc:grpChg>
        <pc:grpChg chg="del">
          <ac:chgData name="Bonolo Angela Rentsi" userId="a1f635ec-29c8-4844-be5f-558808ffa76f" providerId="ADAL" clId="{EF2C793C-3817-480E-8C69-13C9B8AF2F77}" dt="2026-07-25T22:56:40.646" v="207" actId="478"/>
          <ac:grpSpMkLst>
            <pc:docMk/>
            <pc:sldMk cId="0" sldId="258"/>
            <ac:grpSpMk id="22" creationId="{00000000-0000-0000-0000-000000000000}"/>
          </ac:grpSpMkLst>
        </pc:grpChg>
        <pc:grpChg chg="del">
          <ac:chgData name="Bonolo Angela Rentsi" userId="a1f635ec-29c8-4844-be5f-558808ffa76f" providerId="ADAL" clId="{EF2C793C-3817-480E-8C69-13C9B8AF2F77}" dt="2026-07-25T22:56:40.646" v="207" actId="478"/>
          <ac:grpSpMkLst>
            <pc:docMk/>
            <pc:sldMk cId="0" sldId="258"/>
            <ac:grpSpMk id="25" creationId="{00000000-0000-0000-0000-000000000000}"/>
          </ac:grpSpMkLst>
        </pc:grpChg>
        <pc:picChg chg="add mod">
          <ac:chgData name="Bonolo Angela Rentsi" userId="a1f635ec-29c8-4844-be5f-558808ffa76f" providerId="ADAL" clId="{EF2C793C-3817-480E-8C69-13C9B8AF2F77}" dt="2026-07-26T03:16:31.061" v="433" actId="1076"/>
          <ac:picMkLst>
            <pc:docMk/>
            <pc:sldMk cId="0" sldId="258"/>
            <ac:picMk id="4" creationId="{176DECEA-EC52-004D-D7FC-F9B3E41008B2}"/>
          </ac:picMkLst>
        </pc:picChg>
        <pc:picChg chg="add mod">
          <ac:chgData name="Bonolo Angela Rentsi" userId="a1f635ec-29c8-4844-be5f-558808ffa76f" providerId="ADAL" clId="{EF2C793C-3817-480E-8C69-13C9B8AF2F77}" dt="2026-07-26T03:16:36.785" v="434" actId="14100"/>
          <ac:picMkLst>
            <pc:docMk/>
            <pc:sldMk cId="0" sldId="258"/>
            <ac:picMk id="14" creationId="{7ACA5107-7625-EF02-EB0D-C6AE5FA97416}"/>
          </ac:picMkLst>
        </pc:picChg>
      </pc:sldChg>
      <pc:sldChg chg="del">
        <pc:chgData name="Bonolo Angela Rentsi" userId="a1f635ec-29c8-4844-be5f-558808ffa76f" providerId="ADAL" clId="{EF2C793C-3817-480E-8C69-13C9B8AF2F77}" dt="2026-07-25T23:03:00.378" v="260" actId="47"/>
        <pc:sldMkLst>
          <pc:docMk/>
          <pc:sldMk cId="0" sldId="259"/>
        </pc:sldMkLst>
      </pc:sldChg>
      <pc:sldChg chg="del">
        <pc:chgData name="Bonolo Angela Rentsi" userId="a1f635ec-29c8-4844-be5f-558808ffa76f" providerId="ADAL" clId="{EF2C793C-3817-480E-8C69-13C9B8AF2F77}" dt="2026-07-25T23:03:02.744" v="261" actId="47"/>
        <pc:sldMkLst>
          <pc:docMk/>
          <pc:sldMk cId="0" sldId="260"/>
        </pc:sldMkLst>
      </pc:sldChg>
      <pc:sldChg chg="del">
        <pc:chgData name="Bonolo Angela Rentsi" userId="a1f635ec-29c8-4844-be5f-558808ffa76f" providerId="ADAL" clId="{EF2C793C-3817-480E-8C69-13C9B8AF2F77}" dt="2026-07-25T23:03:39.944" v="262" actId="47"/>
        <pc:sldMkLst>
          <pc:docMk/>
          <pc:sldMk cId="0" sldId="261"/>
        </pc:sldMkLst>
      </pc:sldChg>
      <pc:sldChg chg="addSp delSp modSp mod ord">
        <pc:chgData name="Bonolo Angela Rentsi" userId="a1f635ec-29c8-4844-be5f-558808ffa76f" providerId="ADAL" clId="{EF2C793C-3817-480E-8C69-13C9B8AF2F77}" dt="2026-07-26T07:05:19.871" v="638" actId="14100"/>
        <pc:sldMkLst>
          <pc:docMk/>
          <pc:sldMk cId="0" sldId="262"/>
        </pc:sldMkLst>
        <pc:spChg chg="del">
          <ac:chgData name="Bonolo Angela Rentsi" userId="a1f635ec-29c8-4844-be5f-558808ffa76f" providerId="ADAL" clId="{EF2C793C-3817-480E-8C69-13C9B8AF2F77}" dt="2026-07-25T21:07:09.784" v="100" actId="478"/>
          <ac:spMkLst>
            <pc:docMk/>
            <pc:sldMk cId="0" sldId="262"/>
            <ac:spMk id="2" creationId="{00000000-0000-0000-0000-000000000000}"/>
          </ac:spMkLst>
        </pc:spChg>
        <pc:spChg chg="add mod">
          <ac:chgData name="Bonolo Angela Rentsi" userId="a1f635ec-29c8-4844-be5f-558808ffa76f" providerId="ADAL" clId="{EF2C793C-3817-480E-8C69-13C9B8AF2F77}" dt="2026-07-25T22:33:16.015" v="199" actId="1076"/>
          <ac:spMkLst>
            <pc:docMk/>
            <pc:sldMk cId="0" sldId="262"/>
            <ac:spMk id="3" creationId="{8E371636-E002-36FC-E038-BD65F3A47C22}"/>
          </ac:spMkLst>
        </pc:spChg>
        <pc:spChg chg="add mod">
          <ac:chgData name="Bonolo Angela Rentsi" userId="a1f635ec-29c8-4844-be5f-558808ffa76f" providerId="ADAL" clId="{EF2C793C-3817-480E-8C69-13C9B8AF2F77}" dt="2026-07-25T22:33:46.120" v="202" actId="1076"/>
          <ac:spMkLst>
            <pc:docMk/>
            <pc:sldMk cId="0" sldId="262"/>
            <ac:spMk id="5" creationId="{FEDC09EB-3382-BA58-E421-705E5C43014A}"/>
          </ac:spMkLst>
        </pc:spChg>
        <pc:spChg chg="del">
          <ac:chgData name="Bonolo Angela Rentsi" userId="a1f635ec-29c8-4844-be5f-558808ffa76f" providerId="ADAL" clId="{EF2C793C-3817-480E-8C69-13C9B8AF2F77}" dt="2026-07-25T21:06:38.113" v="73" actId="478"/>
          <ac:spMkLst>
            <pc:docMk/>
            <pc:sldMk cId="0" sldId="262"/>
            <ac:spMk id="6" creationId="{00000000-0000-0000-0000-000000000000}"/>
          </ac:spMkLst>
        </pc:spChg>
        <pc:spChg chg="mod">
          <ac:chgData name="Bonolo Angela Rentsi" userId="a1f635ec-29c8-4844-be5f-558808ffa76f" providerId="ADAL" clId="{EF2C793C-3817-480E-8C69-13C9B8AF2F77}" dt="2026-07-26T03:11:48.661" v="397" actId="1076"/>
          <ac:spMkLst>
            <pc:docMk/>
            <pc:sldMk cId="0" sldId="262"/>
            <ac:spMk id="6" creationId="{38DCCF2C-FEBF-3E14-E5B8-E74125729601}"/>
          </ac:spMkLst>
        </pc:spChg>
        <pc:spChg chg="del">
          <ac:chgData name="Bonolo Angela Rentsi" userId="a1f635ec-29c8-4844-be5f-558808ffa76f" providerId="ADAL" clId="{EF2C793C-3817-480E-8C69-13C9B8AF2F77}" dt="2026-07-25T21:07:11.790" v="101" actId="478"/>
          <ac:spMkLst>
            <pc:docMk/>
            <pc:sldMk cId="0" sldId="262"/>
            <ac:spMk id="13" creationId="{00000000-0000-0000-0000-000000000000}"/>
          </ac:spMkLst>
        </pc:spChg>
        <pc:spChg chg="del">
          <ac:chgData name="Bonolo Angela Rentsi" userId="a1f635ec-29c8-4844-be5f-558808ffa76f" providerId="ADAL" clId="{EF2C793C-3817-480E-8C69-13C9B8AF2F77}" dt="2026-07-25T21:06:38.113" v="73" actId="478"/>
          <ac:spMkLst>
            <pc:docMk/>
            <pc:sldMk cId="0" sldId="262"/>
            <ac:spMk id="14" creationId="{00000000-0000-0000-0000-000000000000}"/>
          </ac:spMkLst>
        </pc:spChg>
        <pc:spChg chg="mod">
          <ac:chgData name="Bonolo Angela Rentsi" userId="a1f635ec-29c8-4844-be5f-558808ffa76f" providerId="ADAL" clId="{EF2C793C-3817-480E-8C69-13C9B8AF2F77}" dt="2026-07-26T07:05:19.871" v="638" actId="14100"/>
          <ac:spMkLst>
            <pc:docMk/>
            <pc:sldMk cId="0" sldId="262"/>
            <ac:spMk id="15" creationId="{00000000-0000-0000-0000-000000000000}"/>
          </ac:spMkLst>
        </pc:spChg>
        <pc:spChg chg="mod">
          <ac:chgData name="Bonolo Angela Rentsi" userId="a1f635ec-29c8-4844-be5f-558808ffa76f" providerId="ADAL" clId="{EF2C793C-3817-480E-8C69-13C9B8AF2F77}" dt="2026-07-25T22:29:16.918" v="163" actId="14100"/>
          <ac:spMkLst>
            <pc:docMk/>
            <pc:sldMk cId="0" sldId="262"/>
            <ac:spMk id="16"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17"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18" creationId="{00000000-0000-0000-0000-000000000000}"/>
          </ac:spMkLst>
        </pc:spChg>
        <pc:spChg chg="del">
          <ac:chgData name="Bonolo Angela Rentsi" userId="a1f635ec-29c8-4844-be5f-558808ffa76f" providerId="ADAL" clId="{EF2C793C-3817-480E-8C69-13C9B8AF2F77}" dt="2026-07-25T21:06:38.113" v="73" actId="478"/>
          <ac:spMkLst>
            <pc:docMk/>
            <pc:sldMk cId="0" sldId="262"/>
            <ac:spMk id="19" creationId="{00000000-0000-0000-0000-000000000000}"/>
          </ac:spMkLst>
        </pc:spChg>
        <pc:spChg chg="del">
          <ac:chgData name="Bonolo Angela Rentsi" userId="a1f635ec-29c8-4844-be5f-558808ffa76f" providerId="ADAL" clId="{EF2C793C-3817-480E-8C69-13C9B8AF2F77}" dt="2026-07-25T21:07:07.414" v="99" actId="478"/>
          <ac:spMkLst>
            <pc:docMk/>
            <pc:sldMk cId="0" sldId="262"/>
            <ac:spMk id="20" creationId="{00000000-0000-0000-0000-000000000000}"/>
          </ac:spMkLst>
        </pc:spChg>
        <pc:spChg chg="mod">
          <ac:chgData name="Bonolo Angela Rentsi" userId="a1f635ec-29c8-4844-be5f-558808ffa76f" providerId="ADAL" clId="{EF2C793C-3817-480E-8C69-13C9B8AF2F77}" dt="2026-07-26T03:09:44.276" v="384" actId="1076"/>
          <ac:spMkLst>
            <pc:docMk/>
            <pc:sldMk cId="0" sldId="262"/>
            <ac:spMk id="20" creationId="{A9C81F94-162A-3236-CDB9-5AFC2E651FB2}"/>
          </ac:spMkLst>
        </pc:spChg>
        <pc:spChg chg="del">
          <ac:chgData name="Bonolo Angela Rentsi" userId="a1f635ec-29c8-4844-be5f-558808ffa76f" providerId="ADAL" clId="{EF2C793C-3817-480E-8C69-13C9B8AF2F77}" dt="2026-07-25T22:28:57.327" v="118" actId="478"/>
          <ac:spMkLst>
            <pc:docMk/>
            <pc:sldMk cId="0" sldId="262"/>
            <ac:spMk id="21" creationId="{00000000-0000-0000-0000-000000000000}"/>
          </ac:spMkLst>
        </pc:spChg>
        <pc:spChg chg="mod">
          <ac:chgData name="Bonolo Angela Rentsi" userId="a1f635ec-29c8-4844-be5f-558808ffa76f" providerId="ADAL" clId="{EF2C793C-3817-480E-8C69-13C9B8AF2F77}" dt="2026-07-25T22:29:46.597" v="171" actId="1076"/>
          <ac:spMkLst>
            <pc:docMk/>
            <pc:sldMk cId="0" sldId="262"/>
            <ac:spMk id="22" creationId="{00000000-0000-0000-0000-000000000000}"/>
          </ac:spMkLst>
        </pc:spChg>
        <pc:spChg chg="del">
          <ac:chgData name="Bonolo Angela Rentsi" userId="a1f635ec-29c8-4844-be5f-558808ffa76f" providerId="ADAL" clId="{EF2C793C-3817-480E-8C69-13C9B8AF2F77}" dt="2026-07-25T21:07:13.968" v="102" actId="478"/>
          <ac:spMkLst>
            <pc:docMk/>
            <pc:sldMk cId="0" sldId="262"/>
            <ac:spMk id="23"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24"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25"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44"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46"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47"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49"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50" creationId="{00000000-0000-0000-0000-000000000000}"/>
          </ac:spMkLst>
        </pc:spChg>
        <pc:spChg chg="del">
          <ac:chgData name="Bonolo Angela Rentsi" userId="a1f635ec-29c8-4844-be5f-558808ffa76f" providerId="ADAL" clId="{EF2C793C-3817-480E-8C69-13C9B8AF2F77}" dt="2026-07-25T22:31:28.219" v="191" actId="478"/>
          <ac:spMkLst>
            <pc:docMk/>
            <pc:sldMk cId="0" sldId="262"/>
            <ac:spMk id="51" creationId="{00000000-0000-0000-0000-000000000000}"/>
          </ac:spMkLst>
        </pc:spChg>
        <pc:spChg chg="mod">
          <ac:chgData name="Bonolo Angela Rentsi" userId="a1f635ec-29c8-4844-be5f-558808ffa76f" providerId="ADAL" clId="{EF2C793C-3817-480E-8C69-13C9B8AF2F77}" dt="2026-07-25T22:29:27.972" v="166"/>
          <ac:spMkLst>
            <pc:docMk/>
            <pc:sldMk cId="0" sldId="262"/>
            <ac:spMk id="55" creationId="{3ACADBBB-1441-1F38-DC48-C11BCA353135}"/>
          </ac:spMkLst>
        </pc:spChg>
        <pc:spChg chg="mod">
          <ac:chgData name="Bonolo Angela Rentsi" userId="a1f635ec-29c8-4844-be5f-558808ffa76f" providerId="ADAL" clId="{EF2C793C-3817-480E-8C69-13C9B8AF2F77}" dt="2026-07-25T22:29:27.972" v="166"/>
          <ac:spMkLst>
            <pc:docMk/>
            <pc:sldMk cId="0" sldId="262"/>
            <ac:spMk id="56" creationId="{37238523-CE8D-2284-AB3C-8CA7DCCFFB30}"/>
          </ac:spMkLst>
        </pc:spChg>
        <pc:spChg chg="mod">
          <ac:chgData name="Bonolo Angela Rentsi" userId="a1f635ec-29c8-4844-be5f-558808ffa76f" providerId="ADAL" clId="{EF2C793C-3817-480E-8C69-13C9B8AF2F77}" dt="2026-07-26T03:11:45.187" v="396" actId="1076"/>
          <ac:spMkLst>
            <pc:docMk/>
            <pc:sldMk cId="0" sldId="262"/>
            <ac:spMk id="58" creationId="{ED87FAB7-9984-6317-82CE-1E67163113AA}"/>
          </ac:spMkLst>
        </pc:spChg>
        <pc:spChg chg="mod">
          <ac:chgData name="Bonolo Angela Rentsi" userId="a1f635ec-29c8-4844-be5f-558808ffa76f" providerId="ADAL" clId="{EF2C793C-3817-480E-8C69-13C9B8AF2F77}" dt="2026-07-25T22:29:55.467" v="173" actId="14100"/>
          <ac:spMkLst>
            <pc:docMk/>
            <pc:sldMk cId="0" sldId="262"/>
            <ac:spMk id="59" creationId="{CFE96A8D-4857-463E-780B-B03B61C4ADB7}"/>
          </ac:spMkLst>
        </pc:spChg>
        <pc:spChg chg="mod">
          <ac:chgData name="Bonolo Angela Rentsi" userId="a1f635ec-29c8-4844-be5f-558808ffa76f" providerId="ADAL" clId="{EF2C793C-3817-480E-8C69-13C9B8AF2F77}" dt="2026-07-26T03:09:47.734" v="385" actId="1076"/>
          <ac:spMkLst>
            <pc:docMk/>
            <pc:sldMk cId="0" sldId="262"/>
            <ac:spMk id="60" creationId="{A2344253-2823-62F9-3077-B4572030F927}"/>
          </ac:spMkLst>
        </pc:spChg>
        <pc:spChg chg="add mod">
          <ac:chgData name="Bonolo Angela Rentsi" userId="a1f635ec-29c8-4844-be5f-558808ffa76f" providerId="ADAL" clId="{EF2C793C-3817-480E-8C69-13C9B8AF2F77}" dt="2026-07-25T22:31:19.427" v="189" actId="1076"/>
          <ac:spMkLst>
            <pc:docMk/>
            <pc:sldMk cId="0" sldId="262"/>
            <ac:spMk id="61" creationId="{8D2A432D-F8D5-B883-F4FB-7779995075EA}"/>
          </ac:spMkLst>
        </pc:spChg>
        <pc:spChg chg="mod">
          <ac:chgData name="Bonolo Angela Rentsi" userId="a1f635ec-29c8-4844-be5f-558808ffa76f" providerId="ADAL" clId="{EF2C793C-3817-480E-8C69-13C9B8AF2F77}" dt="2026-07-26T03:09:59.563" v="388" actId="1076"/>
          <ac:spMkLst>
            <pc:docMk/>
            <pc:sldMk cId="0" sldId="262"/>
            <ac:spMk id="62" creationId="{567E3CFB-E636-E5B3-E8D1-2FE040F193A8}"/>
          </ac:spMkLst>
        </pc:spChg>
        <pc:grpChg chg="del">
          <ac:chgData name="Bonolo Angela Rentsi" userId="a1f635ec-29c8-4844-be5f-558808ffa76f" providerId="ADAL" clId="{EF2C793C-3817-480E-8C69-13C9B8AF2F77}" dt="2026-07-25T21:06:38.113" v="73" actId="478"/>
          <ac:grpSpMkLst>
            <pc:docMk/>
            <pc:sldMk cId="0" sldId="262"/>
            <ac:grpSpMk id="3" creationId="{00000000-0000-0000-0000-000000000000}"/>
          </ac:grpSpMkLst>
        </pc:grpChg>
        <pc:grpChg chg="mod">
          <ac:chgData name="Bonolo Angela Rentsi" userId="a1f635ec-29c8-4844-be5f-558808ffa76f" providerId="ADAL" clId="{EF2C793C-3817-480E-8C69-13C9B8AF2F77}" dt="2026-07-25T22:29:23.233" v="165" actId="14100"/>
          <ac:grpSpMkLst>
            <pc:docMk/>
            <pc:sldMk cId="0" sldId="262"/>
            <ac:grpSpMk id="7" creationId="{00000000-0000-0000-0000-000000000000}"/>
          </ac:grpSpMkLst>
        </pc:grpChg>
        <pc:grpChg chg="mod">
          <ac:chgData name="Bonolo Angela Rentsi" userId="a1f635ec-29c8-4844-be5f-558808ffa76f" providerId="ADAL" clId="{EF2C793C-3817-480E-8C69-13C9B8AF2F77}" dt="2026-07-26T03:09:56.012" v="387" actId="1076"/>
          <ac:grpSpMkLst>
            <pc:docMk/>
            <pc:sldMk cId="0" sldId="262"/>
            <ac:grpSpMk id="13" creationId="{6CAE9671-8D28-CC5E-4D41-0B83A04C4794}"/>
          </ac:grpSpMkLst>
        </pc:grpChg>
        <pc:grpChg chg="add mod">
          <ac:chgData name="Bonolo Angela Rentsi" userId="a1f635ec-29c8-4844-be5f-558808ffa76f" providerId="ADAL" clId="{EF2C793C-3817-480E-8C69-13C9B8AF2F77}" dt="2026-07-25T22:31:09.243" v="187" actId="1076"/>
          <ac:grpSpMkLst>
            <pc:docMk/>
            <pc:sldMk cId="0" sldId="262"/>
            <ac:grpSpMk id="54" creationId="{400A7C03-1962-9AF2-ADE6-8FA16968DC81}"/>
          </ac:grpSpMkLst>
        </pc:grpChg>
        <pc:grpChg chg="add mod">
          <ac:chgData name="Bonolo Angela Rentsi" userId="a1f635ec-29c8-4844-be5f-558808ffa76f" providerId="ADAL" clId="{EF2C793C-3817-480E-8C69-13C9B8AF2F77}" dt="2026-07-26T03:10:20.730" v="393" actId="1076"/>
          <ac:grpSpMkLst>
            <pc:docMk/>
            <pc:sldMk cId="0" sldId="262"/>
            <ac:grpSpMk id="57" creationId="{02489243-3704-FDD0-BA78-3353BD79C6AA}"/>
          </ac:grpSpMkLst>
        </pc:grpChg>
        <pc:cxnChg chg="mod">
          <ac:chgData name="Bonolo Angela Rentsi" userId="a1f635ec-29c8-4844-be5f-558808ffa76f" providerId="ADAL" clId="{EF2C793C-3817-480E-8C69-13C9B8AF2F77}" dt="2026-07-26T03:09:52.025" v="386" actId="1076"/>
          <ac:cxnSpMkLst>
            <pc:docMk/>
            <pc:sldMk cId="0" sldId="262"/>
            <ac:cxnSpMk id="65" creationId="{DB4EDCE0-D300-22E1-B286-9D2D57BE0F43}"/>
          </ac:cxnSpMkLst>
        </pc:cxnChg>
        <pc:cxnChg chg="mod">
          <ac:chgData name="Bonolo Angela Rentsi" userId="a1f635ec-29c8-4844-be5f-558808ffa76f" providerId="ADAL" clId="{EF2C793C-3817-480E-8C69-13C9B8AF2F77}" dt="2026-07-26T03:11:54.448" v="398" actId="14100"/>
          <ac:cxnSpMkLst>
            <pc:docMk/>
            <pc:sldMk cId="0" sldId="262"/>
            <ac:cxnSpMk id="67" creationId="{E91F948C-7DA8-1327-C997-108D8EA25FD3}"/>
          </ac:cxnSpMkLst>
        </pc:cxnChg>
        <pc:cxnChg chg="mod">
          <ac:chgData name="Bonolo Angela Rentsi" userId="a1f635ec-29c8-4844-be5f-558808ffa76f" providerId="ADAL" clId="{EF2C793C-3817-480E-8C69-13C9B8AF2F77}" dt="2026-07-26T03:12:02.760" v="400" actId="14100"/>
          <ac:cxnSpMkLst>
            <pc:docMk/>
            <pc:sldMk cId="0" sldId="262"/>
            <ac:cxnSpMk id="68" creationId="{646F9376-FF95-4403-2D03-149B0AAB7A7E}"/>
          </ac:cxnSpMkLst>
        </pc:cxnChg>
      </pc:sldChg>
      <pc:sldChg chg="del">
        <pc:chgData name="Bonolo Angela Rentsi" userId="a1f635ec-29c8-4844-be5f-558808ffa76f" providerId="ADAL" clId="{EF2C793C-3817-480E-8C69-13C9B8AF2F77}" dt="2026-07-25T23:03:44.459" v="264" actId="47"/>
        <pc:sldMkLst>
          <pc:docMk/>
          <pc:sldMk cId="0" sldId="263"/>
        </pc:sldMkLst>
      </pc:sldChg>
      <pc:sldChg chg="del">
        <pc:chgData name="Bonolo Angela Rentsi" userId="a1f635ec-29c8-4844-be5f-558808ffa76f" providerId="ADAL" clId="{EF2C793C-3817-480E-8C69-13C9B8AF2F77}" dt="2026-07-25T23:03:46.680" v="265" actId="47"/>
        <pc:sldMkLst>
          <pc:docMk/>
          <pc:sldMk cId="0" sldId="264"/>
        </pc:sldMkLst>
      </pc:sldChg>
      <pc:sldChg chg="delSp modSp mod ord">
        <pc:chgData name="Bonolo Angela Rentsi" userId="a1f635ec-29c8-4844-be5f-558808ffa76f" providerId="ADAL" clId="{EF2C793C-3817-480E-8C69-13C9B8AF2F77}" dt="2026-07-26T03:49:39.206" v="526" actId="1076"/>
        <pc:sldMkLst>
          <pc:docMk/>
          <pc:sldMk cId="0" sldId="265"/>
        </pc:sldMkLst>
        <pc:spChg chg="del mod">
          <ac:chgData name="Bonolo Angela Rentsi" userId="a1f635ec-29c8-4844-be5f-558808ffa76f" providerId="ADAL" clId="{EF2C793C-3817-480E-8C69-13C9B8AF2F77}" dt="2026-07-25T23:04:38.820" v="283" actId="478"/>
          <ac:spMkLst>
            <pc:docMk/>
            <pc:sldMk cId="0" sldId="265"/>
            <ac:spMk id="2" creationId="{00000000-0000-0000-0000-000000000000}"/>
          </ac:spMkLst>
        </pc:spChg>
        <pc:spChg chg="del">
          <ac:chgData name="Bonolo Angela Rentsi" userId="a1f635ec-29c8-4844-be5f-558808ffa76f" providerId="ADAL" clId="{EF2C793C-3817-480E-8C69-13C9B8AF2F77}" dt="2026-07-25T23:04:14.501" v="274" actId="478"/>
          <ac:spMkLst>
            <pc:docMk/>
            <pc:sldMk cId="0" sldId="265"/>
            <ac:spMk id="25" creationId="{00000000-0000-0000-0000-000000000000}"/>
          </ac:spMkLst>
        </pc:spChg>
        <pc:spChg chg="del">
          <ac:chgData name="Bonolo Angela Rentsi" userId="a1f635ec-29c8-4844-be5f-558808ffa76f" providerId="ADAL" clId="{EF2C793C-3817-480E-8C69-13C9B8AF2F77}" dt="2026-07-25T23:04:34.539" v="280" actId="478"/>
          <ac:spMkLst>
            <pc:docMk/>
            <pc:sldMk cId="0" sldId="265"/>
            <ac:spMk id="26" creationId="{00000000-0000-0000-0000-000000000000}"/>
          </ac:spMkLst>
        </pc:spChg>
        <pc:spChg chg="del">
          <ac:chgData name="Bonolo Angela Rentsi" userId="a1f635ec-29c8-4844-be5f-558808ffa76f" providerId="ADAL" clId="{EF2C793C-3817-480E-8C69-13C9B8AF2F77}" dt="2026-07-25T23:04:21.252" v="277" actId="478"/>
          <ac:spMkLst>
            <pc:docMk/>
            <pc:sldMk cId="0" sldId="265"/>
            <ac:spMk id="27" creationId="{00000000-0000-0000-0000-000000000000}"/>
          </ac:spMkLst>
        </pc:spChg>
        <pc:spChg chg="del">
          <ac:chgData name="Bonolo Angela Rentsi" userId="a1f635ec-29c8-4844-be5f-558808ffa76f" providerId="ADAL" clId="{EF2C793C-3817-480E-8C69-13C9B8AF2F77}" dt="2026-07-25T23:05:11.549" v="314" actId="478"/>
          <ac:spMkLst>
            <pc:docMk/>
            <pc:sldMk cId="0" sldId="265"/>
            <ac:spMk id="28" creationId="{00000000-0000-0000-0000-000000000000}"/>
          </ac:spMkLst>
        </pc:spChg>
        <pc:spChg chg="del mod">
          <ac:chgData name="Bonolo Angela Rentsi" userId="a1f635ec-29c8-4844-be5f-558808ffa76f" providerId="ADAL" clId="{EF2C793C-3817-480E-8C69-13C9B8AF2F77}" dt="2026-07-25T23:04:10.838" v="273" actId="478"/>
          <ac:spMkLst>
            <pc:docMk/>
            <pc:sldMk cId="0" sldId="265"/>
            <ac:spMk id="29" creationId="{00000000-0000-0000-0000-000000000000}"/>
          </ac:spMkLst>
        </pc:spChg>
        <pc:spChg chg="mod">
          <ac:chgData name="Bonolo Angela Rentsi" userId="a1f635ec-29c8-4844-be5f-558808ffa76f" providerId="ADAL" clId="{EF2C793C-3817-480E-8C69-13C9B8AF2F77}" dt="2026-07-26T03:49:39.206" v="526" actId="1076"/>
          <ac:spMkLst>
            <pc:docMk/>
            <pc:sldMk cId="0" sldId="265"/>
            <ac:spMk id="30" creationId="{00000000-0000-0000-0000-000000000000}"/>
          </ac:spMkLst>
        </pc:spChg>
        <pc:spChg chg="del">
          <ac:chgData name="Bonolo Angela Rentsi" userId="a1f635ec-29c8-4844-be5f-558808ffa76f" providerId="ADAL" clId="{EF2C793C-3817-480E-8C69-13C9B8AF2F77}" dt="2026-07-25T23:04:18.200" v="276" actId="478"/>
          <ac:spMkLst>
            <pc:docMk/>
            <pc:sldMk cId="0" sldId="265"/>
            <ac:spMk id="31" creationId="{00000000-0000-0000-0000-000000000000}"/>
          </ac:spMkLst>
        </pc:spChg>
        <pc:spChg chg="del">
          <ac:chgData name="Bonolo Angela Rentsi" userId="a1f635ec-29c8-4844-be5f-558808ffa76f" providerId="ADAL" clId="{EF2C793C-3817-480E-8C69-13C9B8AF2F77}" dt="2026-07-25T23:04:35.831" v="281" actId="478"/>
          <ac:spMkLst>
            <pc:docMk/>
            <pc:sldMk cId="0" sldId="265"/>
            <ac:spMk id="32" creationId="{00000000-0000-0000-0000-000000000000}"/>
          </ac:spMkLst>
        </pc:spChg>
        <pc:spChg chg="del">
          <ac:chgData name="Bonolo Angela Rentsi" userId="a1f635ec-29c8-4844-be5f-558808ffa76f" providerId="ADAL" clId="{EF2C793C-3817-480E-8C69-13C9B8AF2F77}" dt="2026-07-25T23:04:37.297" v="282" actId="478"/>
          <ac:spMkLst>
            <pc:docMk/>
            <pc:sldMk cId="0" sldId="265"/>
            <ac:spMk id="33" creationId="{00000000-0000-0000-0000-000000000000}"/>
          </ac:spMkLst>
        </pc:spChg>
        <pc:spChg chg="del mod">
          <ac:chgData name="Bonolo Angela Rentsi" userId="a1f635ec-29c8-4844-be5f-558808ffa76f" providerId="ADAL" clId="{EF2C793C-3817-480E-8C69-13C9B8AF2F77}" dt="2026-07-25T23:04:23.804" v="278" actId="478"/>
          <ac:spMkLst>
            <pc:docMk/>
            <pc:sldMk cId="0" sldId="265"/>
            <ac:spMk id="34" creationId="{00000000-0000-0000-0000-000000000000}"/>
          </ac:spMkLst>
        </pc:spChg>
        <pc:spChg chg="del">
          <ac:chgData name="Bonolo Angela Rentsi" userId="a1f635ec-29c8-4844-be5f-558808ffa76f" providerId="ADAL" clId="{EF2C793C-3817-480E-8C69-13C9B8AF2F77}" dt="2026-07-25T23:04:32.893" v="279" actId="478"/>
          <ac:spMkLst>
            <pc:docMk/>
            <pc:sldMk cId="0" sldId="265"/>
            <ac:spMk id="35" creationId="{00000000-0000-0000-0000-000000000000}"/>
          </ac:spMkLst>
        </pc:spChg>
        <pc:spChg chg="del">
          <ac:chgData name="Bonolo Angela Rentsi" userId="a1f635ec-29c8-4844-be5f-558808ffa76f" providerId="ADAL" clId="{EF2C793C-3817-480E-8C69-13C9B8AF2F77}" dt="2026-07-25T23:04:40.214" v="284" actId="478"/>
          <ac:spMkLst>
            <pc:docMk/>
            <pc:sldMk cId="0" sldId="265"/>
            <ac:spMk id="36" creationId="{00000000-0000-0000-0000-000000000000}"/>
          </ac:spMkLst>
        </pc:spChg>
        <pc:spChg chg="del">
          <ac:chgData name="Bonolo Angela Rentsi" userId="a1f635ec-29c8-4844-be5f-558808ffa76f" providerId="ADAL" clId="{EF2C793C-3817-480E-8C69-13C9B8AF2F77}" dt="2026-07-25T23:04:01.772" v="268" actId="478"/>
          <ac:spMkLst>
            <pc:docMk/>
            <pc:sldMk cId="0" sldId="265"/>
            <ac:spMk id="37" creationId="{00000000-0000-0000-0000-000000000000}"/>
          </ac:spMkLst>
        </pc:spChg>
        <pc:grpChg chg="del">
          <ac:chgData name="Bonolo Angela Rentsi" userId="a1f635ec-29c8-4844-be5f-558808ffa76f" providerId="ADAL" clId="{EF2C793C-3817-480E-8C69-13C9B8AF2F77}" dt="2026-07-25T23:04:15.582" v="275" actId="478"/>
          <ac:grpSpMkLst>
            <pc:docMk/>
            <pc:sldMk cId="0" sldId="265"/>
            <ac:grpSpMk id="19" creationId="{00000000-0000-0000-0000-000000000000}"/>
          </ac:grpSpMkLst>
        </pc:grpChg>
        <pc:grpChg chg="del">
          <ac:chgData name="Bonolo Angela Rentsi" userId="a1f635ec-29c8-4844-be5f-558808ffa76f" providerId="ADAL" clId="{EF2C793C-3817-480E-8C69-13C9B8AF2F77}" dt="2026-07-25T23:04:08.416" v="271" actId="478"/>
          <ac:grpSpMkLst>
            <pc:docMk/>
            <pc:sldMk cId="0" sldId="265"/>
            <ac:grpSpMk id="22" creationId="{00000000-0000-0000-0000-000000000000}"/>
          </ac:grpSpMkLst>
        </pc:grpChg>
      </pc:sldChg>
      <pc:sldChg chg="modSp mod ord">
        <pc:chgData name="Bonolo Angela Rentsi" userId="a1f635ec-29c8-4844-be5f-558808ffa76f" providerId="ADAL" clId="{EF2C793C-3817-480E-8C69-13C9B8AF2F77}" dt="2026-07-26T03:49:45.606" v="527" actId="1076"/>
        <pc:sldMkLst>
          <pc:docMk/>
          <pc:sldMk cId="1418584248" sldId="266"/>
        </pc:sldMkLst>
        <pc:spChg chg="mod">
          <ac:chgData name="Bonolo Angela Rentsi" userId="a1f635ec-29c8-4844-be5f-558808ffa76f" providerId="ADAL" clId="{EF2C793C-3817-480E-8C69-13C9B8AF2F77}" dt="2026-07-26T03:49:45.606" v="527" actId="1076"/>
          <ac:spMkLst>
            <pc:docMk/>
            <pc:sldMk cId="1418584248" sldId="266"/>
            <ac:spMk id="39" creationId="{AF7FDF40-A837-9F1F-C49D-8A98F9490E30}"/>
          </ac:spMkLst>
        </pc:spChg>
      </pc:sldChg>
      <pc:sldChg chg="delSp modSp add mod ord">
        <pc:chgData name="Bonolo Angela Rentsi" userId="a1f635ec-29c8-4844-be5f-558808ffa76f" providerId="ADAL" clId="{EF2C793C-3817-480E-8C69-13C9B8AF2F77}" dt="2026-07-26T03:45:41.518" v="510" actId="20577"/>
        <pc:sldMkLst>
          <pc:docMk/>
          <pc:sldMk cId="3509937378" sldId="267"/>
        </pc:sldMkLst>
        <pc:spChg chg="del">
          <ac:chgData name="Bonolo Angela Rentsi" userId="a1f635ec-29c8-4844-be5f-558808ffa76f" providerId="ADAL" clId="{EF2C793C-3817-480E-8C69-13C9B8AF2F77}" dt="2026-07-25T21:05:11.341" v="5" actId="478"/>
          <ac:spMkLst>
            <pc:docMk/>
            <pc:sldMk cId="3509937378" sldId="267"/>
            <ac:spMk id="22" creationId="{5B39B681-EE42-127D-6458-948C567ADAE2}"/>
          </ac:spMkLst>
        </pc:spChg>
        <pc:spChg chg="mod">
          <ac:chgData name="Bonolo Angela Rentsi" userId="a1f635ec-29c8-4844-be5f-558808ffa76f" providerId="ADAL" clId="{EF2C793C-3817-480E-8C69-13C9B8AF2F77}" dt="2026-07-26T03:45:41.518" v="510" actId="20577"/>
          <ac:spMkLst>
            <pc:docMk/>
            <pc:sldMk cId="3509937378" sldId="267"/>
            <ac:spMk id="35" creationId="{965C0745-5131-96DD-ED47-9912A25CFB26}"/>
          </ac:spMkLst>
        </pc:spChg>
        <pc:grpChg chg="del">
          <ac:chgData name="Bonolo Angela Rentsi" userId="a1f635ec-29c8-4844-be5f-558808ffa76f" providerId="ADAL" clId="{EF2C793C-3817-480E-8C69-13C9B8AF2F77}" dt="2026-07-25T21:05:15.917" v="6" actId="478"/>
          <ac:grpSpMkLst>
            <pc:docMk/>
            <pc:sldMk cId="3509937378" sldId="267"/>
            <ac:grpSpMk id="3" creationId="{145F3CB1-4E75-906B-4517-730A9C03A975}"/>
          </ac:grpSpMkLst>
        </pc:grpChg>
        <pc:grpChg chg="del">
          <ac:chgData name="Bonolo Angela Rentsi" userId="a1f635ec-29c8-4844-be5f-558808ffa76f" providerId="ADAL" clId="{EF2C793C-3817-480E-8C69-13C9B8AF2F77}" dt="2026-07-25T21:05:19.410" v="7" actId="478"/>
          <ac:grpSpMkLst>
            <pc:docMk/>
            <pc:sldMk cId="3509937378" sldId="267"/>
            <ac:grpSpMk id="6" creationId="{F4ABF8AA-9ABB-6481-BEAD-CAD73C98A89B}"/>
          </ac:grpSpMkLst>
        </pc:grpChg>
        <pc:grpChg chg="mod">
          <ac:chgData name="Bonolo Angela Rentsi" userId="a1f635ec-29c8-4844-be5f-558808ffa76f" providerId="ADAL" clId="{EF2C793C-3817-480E-8C69-13C9B8AF2F77}" dt="2026-07-25T21:05:22.315" v="8" actId="1076"/>
          <ac:grpSpMkLst>
            <pc:docMk/>
            <pc:sldMk cId="3509937378" sldId="267"/>
            <ac:grpSpMk id="16" creationId="{202FBE37-43C4-3154-06CA-BCCF4E5E5C7B}"/>
          </ac:grpSpMkLst>
        </pc:grpChg>
      </pc:sldChg>
      <pc:sldChg chg="add del">
        <pc:chgData name="Bonolo Angela Rentsi" userId="a1f635ec-29c8-4844-be5f-558808ffa76f" providerId="ADAL" clId="{EF2C793C-3817-480E-8C69-13C9B8AF2F77}" dt="2026-07-25T23:03:42.394" v="263" actId="47"/>
        <pc:sldMkLst>
          <pc:docMk/>
          <pc:sldMk cId="3826644244" sldId="268"/>
        </pc:sldMkLst>
      </pc:sldChg>
      <pc:sldChg chg="add del">
        <pc:chgData name="Bonolo Angela Rentsi" userId="a1f635ec-29c8-4844-be5f-558808ffa76f" providerId="ADAL" clId="{EF2C793C-3817-480E-8C69-13C9B8AF2F77}" dt="2026-07-25T23:02:56.966" v="259" actId="47"/>
        <pc:sldMkLst>
          <pc:docMk/>
          <pc:sldMk cId="1759081082" sldId="269"/>
        </pc:sldMkLst>
      </pc:sldChg>
      <pc:sldChg chg="delSp modSp add del mod">
        <pc:chgData name="Bonolo Angela Rentsi" userId="a1f635ec-29c8-4844-be5f-558808ffa76f" providerId="ADAL" clId="{EF2C793C-3817-480E-8C69-13C9B8AF2F77}" dt="2026-07-26T06:56:37.779" v="622" actId="47"/>
        <pc:sldMkLst>
          <pc:docMk/>
          <pc:sldMk cId="1807264335" sldId="270"/>
        </pc:sldMkLst>
        <pc:spChg chg="del mod">
          <ac:chgData name="Bonolo Angela Rentsi" userId="a1f635ec-29c8-4844-be5f-558808ffa76f" providerId="ADAL" clId="{EF2C793C-3817-480E-8C69-13C9B8AF2F77}" dt="2026-07-25T21:18:50.563" v="106" actId="478"/>
          <ac:spMkLst>
            <pc:docMk/>
            <pc:sldMk cId="1807264335" sldId="270"/>
            <ac:spMk id="35" creationId="{DF6BF251-11F3-9221-43E5-B8CE916CDAD7}"/>
          </ac:spMkLst>
        </pc:spChg>
        <pc:picChg chg="mod">
          <ac:chgData name="Bonolo Angela Rentsi" userId="a1f635ec-29c8-4844-be5f-558808ffa76f" providerId="ADAL" clId="{EF2C793C-3817-480E-8C69-13C9B8AF2F77}" dt="2026-07-25T22:08:49.612" v="110" actId="1076"/>
          <ac:picMkLst>
            <pc:docMk/>
            <pc:sldMk cId="1807264335" sldId="270"/>
            <ac:picMk id="4" creationId="{782CEC1D-CB48-C5C1-CCE4-690EEAD4DDCD}"/>
          </ac:picMkLst>
        </pc:picChg>
      </pc:sldChg>
      <pc:sldChg chg="del">
        <pc:chgData name="Bonolo Angela Rentsi" userId="a1f635ec-29c8-4844-be5f-558808ffa76f" providerId="ADAL" clId="{EF2C793C-3817-480E-8C69-13C9B8AF2F77}" dt="2026-07-26T06:56:43.817" v="624" actId="47"/>
        <pc:sldMkLst>
          <pc:docMk/>
          <pc:sldMk cId="483639714" sldId="272"/>
        </pc:sldMkLst>
      </pc:sldChg>
      <pc:sldChg chg="del">
        <pc:chgData name="Bonolo Angela Rentsi" userId="a1f635ec-29c8-4844-be5f-558808ffa76f" providerId="ADAL" clId="{EF2C793C-3817-480E-8C69-13C9B8AF2F77}" dt="2026-07-26T06:56:42.059" v="623" actId="47"/>
        <pc:sldMkLst>
          <pc:docMk/>
          <pc:sldMk cId="1680682787" sldId="273"/>
        </pc:sldMkLst>
      </pc:sldChg>
      <pc:sldChg chg="delSp add del mod">
        <pc:chgData name="Bonolo Angela Rentsi" userId="a1f635ec-29c8-4844-be5f-558808ffa76f" providerId="ADAL" clId="{EF2C793C-3817-480E-8C69-13C9B8AF2F77}" dt="2026-07-26T06:56:53.598" v="626" actId="47"/>
        <pc:sldMkLst>
          <pc:docMk/>
          <pc:sldMk cId="1854825920" sldId="274"/>
        </pc:sldMkLst>
        <pc:picChg chg="del">
          <ac:chgData name="Bonolo Angela Rentsi" userId="a1f635ec-29c8-4844-be5f-558808ffa76f" providerId="ADAL" clId="{EF2C793C-3817-480E-8C69-13C9B8AF2F77}" dt="2026-07-25T22:15:52.432" v="113" actId="478"/>
          <ac:picMkLst>
            <pc:docMk/>
            <pc:sldMk cId="1854825920" sldId="274"/>
            <ac:picMk id="3" creationId="{E53BCBA9-45FC-100A-89FD-6EF67316F534}"/>
          </ac:picMkLst>
        </pc:picChg>
      </pc:sldChg>
      <pc:sldChg chg="delSp add del mod">
        <pc:chgData name="Bonolo Angela Rentsi" userId="a1f635ec-29c8-4844-be5f-558808ffa76f" providerId="ADAL" clId="{EF2C793C-3817-480E-8C69-13C9B8AF2F77}" dt="2026-07-26T06:56:57.762" v="627" actId="47"/>
        <pc:sldMkLst>
          <pc:docMk/>
          <pc:sldMk cId="4290470424" sldId="275"/>
        </pc:sldMkLst>
        <pc:picChg chg="del">
          <ac:chgData name="Bonolo Angela Rentsi" userId="a1f635ec-29c8-4844-be5f-558808ffa76f" providerId="ADAL" clId="{EF2C793C-3817-480E-8C69-13C9B8AF2F77}" dt="2026-07-25T22:15:54.984" v="114" actId="478"/>
          <ac:picMkLst>
            <pc:docMk/>
            <pc:sldMk cId="4290470424" sldId="275"/>
            <ac:picMk id="3" creationId="{EDCFA2D4-0A5A-AC90-4D64-D21AF2AB3F47}"/>
          </ac:picMkLst>
        </pc:picChg>
      </pc:sldChg>
      <pc:sldChg chg="del">
        <pc:chgData name="Bonolo Angela Rentsi" userId="a1f635ec-29c8-4844-be5f-558808ffa76f" providerId="ADAL" clId="{EF2C793C-3817-480E-8C69-13C9B8AF2F77}" dt="2026-07-26T06:56:59.579" v="628" actId="47"/>
        <pc:sldMkLst>
          <pc:docMk/>
          <pc:sldMk cId="3189065840" sldId="276"/>
        </pc:sldMkLst>
      </pc:sldChg>
      <pc:sldChg chg="del">
        <pc:chgData name="Bonolo Angela Rentsi" userId="a1f635ec-29c8-4844-be5f-558808ffa76f" providerId="ADAL" clId="{EF2C793C-3817-480E-8C69-13C9B8AF2F77}" dt="2026-07-26T06:57:00.441" v="629" actId="47"/>
        <pc:sldMkLst>
          <pc:docMk/>
          <pc:sldMk cId="3105794879" sldId="277"/>
        </pc:sldMkLst>
      </pc:sldChg>
      <pc:sldChg chg="del">
        <pc:chgData name="Bonolo Angela Rentsi" userId="a1f635ec-29c8-4844-be5f-558808ffa76f" providerId="ADAL" clId="{EF2C793C-3817-480E-8C69-13C9B8AF2F77}" dt="2026-07-26T06:57:01.645" v="630" actId="47"/>
        <pc:sldMkLst>
          <pc:docMk/>
          <pc:sldMk cId="3907368361" sldId="278"/>
        </pc:sldMkLst>
      </pc:sldChg>
      <pc:sldChg chg="addSp delSp modSp add mod">
        <pc:chgData name="Bonolo Angela Rentsi" userId="a1f635ec-29c8-4844-be5f-558808ffa76f" providerId="ADAL" clId="{EF2C793C-3817-480E-8C69-13C9B8AF2F77}" dt="2026-07-26T03:38:38.478" v="480" actId="1076"/>
        <pc:sldMkLst>
          <pc:docMk/>
          <pc:sldMk cId="2146186516" sldId="280"/>
        </pc:sldMkLst>
        <pc:spChg chg="mod">
          <ac:chgData name="Bonolo Angela Rentsi" userId="a1f635ec-29c8-4844-be5f-558808ffa76f" providerId="ADAL" clId="{EF2C793C-3817-480E-8C69-13C9B8AF2F77}" dt="2026-07-26T03:38:35.352" v="479" actId="1076"/>
          <ac:spMkLst>
            <pc:docMk/>
            <pc:sldMk cId="2146186516" sldId="280"/>
            <ac:spMk id="30" creationId="{971C8C6B-04CA-D8EA-F19D-868538B92D83}"/>
          </ac:spMkLst>
        </pc:spChg>
        <pc:grpChg chg="del">
          <ac:chgData name="Bonolo Angela Rentsi" userId="a1f635ec-29c8-4844-be5f-558808ffa76f" providerId="ADAL" clId="{EF2C793C-3817-480E-8C69-13C9B8AF2F77}" dt="2026-07-25T23:02:24.466" v="258" actId="478"/>
          <ac:grpSpMkLst>
            <pc:docMk/>
            <pc:sldMk cId="2146186516" sldId="280"/>
            <ac:grpSpMk id="7" creationId="{A51BB279-6E78-59AC-972E-273A9CF8749C}"/>
          </ac:grpSpMkLst>
        </pc:grpChg>
        <pc:picChg chg="add mod">
          <ac:chgData name="Bonolo Angela Rentsi" userId="a1f635ec-29c8-4844-be5f-558808ffa76f" providerId="ADAL" clId="{EF2C793C-3817-480E-8C69-13C9B8AF2F77}" dt="2026-07-26T03:38:38.478" v="480" actId="1076"/>
          <ac:picMkLst>
            <pc:docMk/>
            <pc:sldMk cId="2146186516" sldId="280"/>
            <ac:picMk id="3" creationId="{32FF1D97-75C8-6B92-900A-C03A47A17EC0}"/>
          </ac:picMkLst>
        </pc:picChg>
        <pc:picChg chg="add del mod">
          <ac:chgData name="Bonolo Angela Rentsi" userId="a1f635ec-29c8-4844-be5f-558808ffa76f" providerId="ADAL" clId="{EF2C793C-3817-480E-8C69-13C9B8AF2F77}" dt="2026-07-26T03:38:13.108" v="474" actId="478"/>
          <ac:picMkLst>
            <pc:docMk/>
            <pc:sldMk cId="2146186516" sldId="280"/>
            <ac:picMk id="5" creationId="{0E35B68D-E51C-E5B2-2427-D25931FAE991}"/>
          </ac:picMkLst>
        </pc:picChg>
        <pc:picChg chg="add mod">
          <ac:chgData name="Bonolo Angela Rentsi" userId="a1f635ec-29c8-4844-be5f-558808ffa76f" providerId="ADAL" clId="{EF2C793C-3817-480E-8C69-13C9B8AF2F77}" dt="2026-07-26T03:38:28.988" v="477" actId="1076"/>
          <ac:picMkLst>
            <pc:docMk/>
            <pc:sldMk cId="2146186516" sldId="280"/>
            <ac:picMk id="8" creationId="{5DDA884F-F0BD-2B87-945D-CC2FA983AB68}"/>
          </ac:picMkLst>
        </pc:picChg>
      </pc:sldChg>
      <pc:sldChg chg="modSp mod">
        <pc:chgData name="Bonolo Angela Rentsi" userId="a1f635ec-29c8-4844-be5f-558808ffa76f" providerId="ADAL" clId="{EF2C793C-3817-480E-8C69-13C9B8AF2F77}" dt="2026-07-26T03:13:43.976" v="414" actId="14100"/>
        <pc:sldMkLst>
          <pc:docMk/>
          <pc:sldMk cId="627867113" sldId="281"/>
        </pc:sldMkLst>
        <pc:spChg chg="mod">
          <ac:chgData name="Bonolo Angela Rentsi" userId="a1f635ec-29c8-4844-be5f-558808ffa76f" providerId="ADAL" clId="{EF2C793C-3817-480E-8C69-13C9B8AF2F77}" dt="2026-07-26T03:13:43.976" v="414" actId="14100"/>
          <ac:spMkLst>
            <pc:docMk/>
            <pc:sldMk cId="627867113" sldId="281"/>
            <ac:spMk id="30" creationId="{8B2460E0-6CB6-B491-0EA3-09CA02694414}"/>
          </ac:spMkLst>
        </pc:spChg>
      </pc:sldChg>
      <pc:sldChg chg="modSp del mod">
        <pc:chgData name="Bonolo Angela Rentsi" userId="a1f635ec-29c8-4844-be5f-558808ffa76f" providerId="ADAL" clId="{EF2C793C-3817-480E-8C69-13C9B8AF2F77}" dt="2026-07-26T03:46:01.402" v="511" actId="2696"/>
        <pc:sldMkLst>
          <pc:docMk/>
          <pc:sldMk cId="3784041494" sldId="282"/>
        </pc:sldMkLst>
        <pc:spChg chg="mod">
          <ac:chgData name="Bonolo Angela Rentsi" userId="a1f635ec-29c8-4844-be5f-558808ffa76f" providerId="ADAL" clId="{EF2C793C-3817-480E-8C69-13C9B8AF2F77}" dt="2026-07-26T03:43:35.526" v="496" actId="1076"/>
          <ac:spMkLst>
            <pc:docMk/>
            <pc:sldMk cId="3784041494" sldId="282"/>
            <ac:spMk id="30" creationId="{5CFFC28C-DC37-4E51-D84D-3808158A2E6C}"/>
          </ac:spMkLst>
        </pc:spChg>
        <pc:picChg chg="mod">
          <ac:chgData name="Bonolo Angela Rentsi" userId="a1f635ec-29c8-4844-be5f-558808ffa76f" providerId="ADAL" clId="{EF2C793C-3817-480E-8C69-13C9B8AF2F77}" dt="2026-07-26T03:43:45.476" v="499" actId="14100"/>
          <ac:picMkLst>
            <pc:docMk/>
            <pc:sldMk cId="3784041494" sldId="282"/>
            <ac:picMk id="2" creationId="{1219CACD-D185-48D6-06B3-69224D33E4E2}"/>
          </ac:picMkLst>
        </pc:picChg>
        <pc:picChg chg="mod">
          <ac:chgData name="Bonolo Angela Rentsi" userId="a1f635ec-29c8-4844-be5f-558808ffa76f" providerId="ADAL" clId="{EF2C793C-3817-480E-8C69-13C9B8AF2F77}" dt="2026-07-26T03:43:40.768" v="498" actId="14100"/>
          <ac:picMkLst>
            <pc:docMk/>
            <pc:sldMk cId="3784041494" sldId="282"/>
            <ac:picMk id="3" creationId="{B43BE746-6693-8821-D2E5-16A146D145D1}"/>
          </ac:picMkLst>
        </pc:picChg>
      </pc:sldChg>
      <pc:sldChg chg="addSp modSp add mod">
        <pc:chgData name="Bonolo Angela Rentsi" userId="a1f635ec-29c8-4844-be5f-558808ffa76f" providerId="ADAL" clId="{EF2C793C-3817-480E-8C69-13C9B8AF2F77}" dt="2026-07-26T07:49:47.942" v="651"/>
        <pc:sldMkLst>
          <pc:docMk/>
          <pc:sldMk cId="4134939468" sldId="283"/>
        </pc:sldMkLst>
        <pc:spChg chg="add mod">
          <ac:chgData name="Bonolo Angela Rentsi" userId="a1f635ec-29c8-4844-be5f-558808ffa76f" providerId="ADAL" clId="{EF2C793C-3817-480E-8C69-13C9B8AF2F77}" dt="2026-07-26T07:49:47.942" v="651"/>
          <ac:spMkLst>
            <pc:docMk/>
            <pc:sldMk cId="4134939468" sldId="283"/>
            <ac:spMk id="3" creationId="{324B15EA-7E57-4338-9D91-9B557F092C29}"/>
          </ac:spMkLst>
        </pc:spChg>
        <pc:spChg chg="mod">
          <ac:chgData name="Bonolo Angela Rentsi" userId="a1f635ec-29c8-4844-be5f-558808ffa76f" providerId="ADAL" clId="{EF2C793C-3817-480E-8C69-13C9B8AF2F77}" dt="2026-07-25T23:05:39.181" v="367" actId="20577"/>
          <ac:spMkLst>
            <pc:docMk/>
            <pc:sldMk cId="4134939468" sldId="283"/>
            <ac:spMk id="30" creationId="{F0F3B4D0-4159-DF63-A839-80FD2A767124}"/>
          </ac:spMkLst>
        </pc:spChg>
      </pc:sldChg>
      <pc:sldChg chg="addSp delSp modSp mod">
        <pc:chgData name="Bonolo Angela Rentsi" userId="a1f635ec-29c8-4844-be5f-558808ffa76f" providerId="ADAL" clId="{EF2C793C-3817-480E-8C69-13C9B8AF2F77}" dt="2026-07-26T07:34:24.024" v="639" actId="14100"/>
        <pc:sldMkLst>
          <pc:docMk/>
          <pc:sldMk cId="3421855726" sldId="284"/>
        </pc:sldMkLst>
        <pc:spChg chg="mod">
          <ac:chgData name="Bonolo Angela Rentsi" userId="a1f635ec-29c8-4844-be5f-558808ffa76f" providerId="ADAL" clId="{EF2C793C-3817-480E-8C69-13C9B8AF2F77}" dt="2026-07-26T03:40:22.701" v="490" actId="1076"/>
          <ac:spMkLst>
            <pc:docMk/>
            <pc:sldMk cId="3421855726" sldId="284"/>
            <ac:spMk id="30" creationId="{AFC54C7D-AC3D-45D2-29F6-5E53451D3365}"/>
          </ac:spMkLst>
        </pc:spChg>
        <pc:picChg chg="del">
          <ac:chgData name="Bonolo Angela Rentsi" userId="a1f635ec-29c8-4844-be5f-558808ffa76f" providerId="ADAL" clId="{EF2C793C-3817-480E-8C69-13C9B8AF2F77}" dt="2026-07-26T03:40:25.199" v="491" actId="478"/>
          <ac:picMkLst>
            <pc:docMk/>
            <pc:sldMk cId="3421855726" sldId="284"/>
            <ac:picMk id="3" creationId="{D4D3597E-5D6A-637F-60FD-0EAF32D481A4}"/>
          </ac:picMkLst>
        </pc:picChg>
        <pc:picChg chg="add del mod">
          <ac:chgData name="Bonolo Angela Rentsi" userId="a1f635ec-29c8-4844-be5f-558808ffa76f" providerId="ADAL" clId="{EF2C793C-3817-480E-8C69-13C9B8AF2F77}" dt="2026-07-26T03:44:21.509" v="500" actId="478"/>
          <ac:picMkLst>
            <pc:docMk/>
            <pc:sldMk cId="3421855726" sldId="284"/>
            <ac:picMk id="4" creationId="{97EA2ACF-2B5B-BFDC-3ED4-A7C1631767D6}"/>
          </ac:picMkLst>
        </pc:picChg>
        <pc:picChg chg="add mod">
          <ac:chgData name="Bonolo Angela Rentsi" userId="a1f635ec-29c8-4844-be5f-558808ffa76f" providerId="ADAL" clId="{EF2C793C-3817-480E-8C69-13C9B8AF2F77}" dt="2026-07-26T07:34:24.024" v="639" actId="14100"/>
          <ac:picMkLst>
            <pc:docMk/>
            <pc:sldMk cId="3421855726" sldId="284"/>
            <ac:picMk id="7" creationId="{AB851D79-5F40-C2D7-C19F-4B07A41D2E13}"/>
          </ac:picMkLst>
        </pc:picChg>
        <pc:picChg chg="add mod">
          <ac:chgData name="Bonolo Angela Rentsi" userId="a1f635ec-29c8-4844-be5f-558808ffa76f" providerId="ADAL" clId="{EF2C793C-3817-480E-8C69-13C9B8AF2F77}" dt="2026-07-26T03:44:54.620" v="508" actId="14100"/>
          <ac:picMkLst>
            <pc:docMk/>
            <pc:sldMk cId="3421855726" sldId="284"/>
            <ac:picMk id="9" creationId="{D1084111-B63C-A972-FD13-623E649D9B3F}"/>
          </ac:picMkLst>
        </pc:picChg>
      </pc:sldChg>
      <pc:sldChg chg="addSp delSp modSp mod">
        <pc:chgData name="Bonolo Angela Rentsi" userId="a1f635ec-29c8-4844-be5f-558808ffa76f" providerId="ADAL" clId="{EF2C793C-3817-480E-8C69-13C9B8AF2F77}" dt="2026-07-26T03:48:31.588" v="525" actId="1076"/>
        <pc:sldMkLst>
          <pc:docMk/>
          <pc:sldMk cId="337259950" sldId="285"/>
        </pc:sldMkLst>
        <pc:spChg chg="mod">
          <ac:chgData name="Bonolo Angela Rentsi" userId="a1f635ec-29c8-4844-be5f-558808ffa76f" providerId="ADAL" clId="{EF2C793C-3817-480E-8C69-13C9B8AF2F77}" dt="2026-07-26T03:47:58.870" v="516" actId="1076"/>
          <ac:spMkLst>
            <pc:docMk/>
            <pc:sldMk cId="337259950" sldId="285"/>
            <ac:spMk id="30" creationId="{3769D673-F311-557E-3192-48E389D206A0}"/>
          </ac:spMkLst>
        </pc:spChg>
        <pc:picChg chg="del">
          <ac:chgData name="Bonolo Angela Rentsi" userId="a1f635ec-29c8-4844-be5f-558808ffa76f" providerId="ADAL" clId="{EF2C793C-3817-480E-8C69-13C9B8AF2F77}" dt="2026-07-26T03:47:50.287" v="512" actId="478"/>
          <ac:picMkLst>
            <pc:docMk/>
            <pc:sldMk cId="337259950" sldId="285"/>
            <ac:picMk id="2" creationId="{9FF77CDE-14BE-2FA7-8C13-6E317AA5AC42}"/>
          </ac:picMkLst>
        </pc:picChg>
        <pc:picChg chg="add mod">
          <ac:chgData name="Bonolo Angela Rentsi" userId="a1f635ec-29c8-4844-be5f-558808ffa76f" providerId="ADAL" clId="{EF2C793C-3817-480E-8C69-13C9B8AF2F77}" dt="2026-07-26T03:48:17.377" v="520" actId="14100"/>
          <ac:picMkLst>
            <pc:docMk/>
            <pc:sldMk cId="337259950" sldId="285"/>
            <ac:picMk id="4" creationId="{7D6499F3-5CDD-63D5-6B91-1706F8C5CB77}"/>
          </ac:picMkLst>
        </pc:picChg>
        <pc:picChg chg="add mod">
          <ac:chgData name="Bonolo Angela Rentsi" userId="a1f635ec-29c8-4844-be5f-558808ffa76f" providerId="ADAL" clId="{EF2C793C-3817-480E-8C69-13C9B8AF2F77}" dt="2026-07-26T03:48:31.588" v="525" actId="1076"/>
          <ac:picMkLst>
            <pc:docMk/>
            <pc:sldMk cId="337259950" sldId="285"/>
            <ac:picMk id="7" creationId="{2BC5CD51-8234-6875-C0CE-DFA3E329E034}"/>
          </ac:picMkLst>
        </pc:picChg>
      </pc:sldChg>
      <pc:sldChg chg="addSp modSp mod">
        <pc:chgData name="Bonolo Angela Rentsi" userId="a1f635ec-29c8-4844-be5f-558808ffa76f" providerId="ADAL" clId="{EF2C793C-3817-480E-8C69-13C9B8AF2F77}" dt="2026-07-26T07:39:19.439" v="643" actId="14100"/>
        <pc:sldMkLst>
          <pc:docMk/>
          <pc:sldMk cId="1458047527" sldId="286"/>
        </pc:sldMkLst>
        <pc:spChg chg="add mod">
          <ac:chgData name="Bonolo Angela Rentsi" userId="a1f635ec-29c8-4844-be5f-558808ffa76f" providerId="ADAL" clId="{EF2C793C-3817-480E-8C69-13C9B8AF2F77}" dt="2026-07-26T07:39:09.928" v="641" actId="1076"/>
          <ac:spMkLst>
            <pc:docMk/>
            <pc:sldMk cId="1458047527" sldId="286"/>
            <ac:spMk id="3" creationId="{50F760D6-0F0B-0320-B135-7639AF39FC09}"/>
          </ac:spMkLst>
        </pc:spChg>
        <pc:spChg chg="mod">
          <ac:chgData name="Bonolo Angela Rentsi" userId="a1f635ec-29c8-4844-be5f-558808ffa76f" providerId="ADAL" clId="{EF2C793C-3817-480E-8C69-13C9B8AF2F77}" dt="2026-07-26T07:39:19.439" v="643" actId="14100"/>
          <ac:spMkLst>
            <pc:docMk/>
            <pc:sldMk cId="1458047527" sldId="286"/>
            <ac:spMk id="30" creationId="{D749D5A3-1696-4615-1FD1-51C0E762B653}"/>
          </ac:spMkLst>
        </pc:spChg>
      </pc:sldChg>
      <pc:sldChg chg="addSp delSp modSp add mod">
        <pc:chgData name="Bonolo Angela Rentsi" userId="a1f635ec-29c8-4844-be5f-558808ffa76f" providerId="ADAL" clId="{EF2C793C-3817-480E-8C69-13C9B8AF2F77}" dt="2026-07-26T03:33:35.629" v="449" actId="14100"/>
        <pc:sldMkLst>
          <pc:docMk/>
          <pc:sldMk cId="1946360482" sldId="287"/>
        </pc:sldMkLst>
        <pc:spChg chg="mod">
          <ac:chgData name="Bonolo Angela Rentsi" userId="a1f635ec-29c8-4844-be5f-558808ffa76f" providerId="ADAL" clId="{EF2C793C-3817-480E-8C69-13C9B8AF2F77}" dt="2026-07-26T03:33:31.433" v="447" actId="1076"/>
          <ac:spMkLst>
            <pc:docMk/>
            <pc:sldMk cId="1946360482" sldId="287"/>
            <ac:spMk id="10" creationId="{6D376F31-2A89-464C-6AB0-D99A12058102}"/>
          </ac:spMkLst>
        </pc:spChg>
        <pc:spChg chg="mod">
          <ac:chgData name="Bonolo Angela Rentsi" userId="a1f635ec-29c8-4844-be5f-558808ffa76f" providerId="ADAL" clId="{EF2C793C-3817-480E-8C69-13C9B8AF2F77}" dt="2026-07-26T03:32:19.099" v="438"/>
          <ac:spMkLst>
            <pc:docMk/>
            <pc:sldMk cId="1946360482" sldId="287"/>
            <ac:spMk id="11" creationId="{8A787B18-99AC-93D0-0B08-46236A3CFACB}"/>
          </ac:spMkLst>
        </pc:spChg>
        <pc:picChg chg="del">
          <ac:chgData name="Bonolo Angela Rentsi" userId="a1f635ec-29c8-4844-be5f-558808ffa76f" providerId="ADAL" clId="{EF2C793C-3817-480E-8C69-13C9B8AF2F77}" dt="2026-07-26T03:17:47.886" v="436" actId="478"/>
          <ac:picMkLst>
            <pc:docMk/>
            <pc:sldMk cId="1946360482" sldId="287"/>
            <ac:picMk id="4" creationId="{64793866-9650-95F2-8C92-21486386F3FA}"/>
          </ac:picMkLst>
        </pc:picChg>
        <pc:picChg chg="add mod">
          <ac:chgData name="Bonolo Angela Rentsi" userId="a1f635ec-29c8-4844-be5f-558808ffa76f" providerId="ADAL" clId="{EF2C793C-3817-480E-8C69-13C9B8AF2F77}" dt="2026-07-26T03:33:01.750" v="443" actId="14100"/>
          <ac:picMkLst>
            <pc:docMk/>
            <pc:sldMk cId="1946360482" sldId="287"/>
            <ac:picMk id="5" creationId="{4BFF1EDF-1001-F2A4-3ACA-33BF369C5D7E}"/>
          </ac:picMkLst>
        </pc:picChg>
        <pc:picChg chg="add mod">
          <ac:chgData name="Bonolo Angela Rentsi" userId="a1f635ec-29c8-4844-be5f-558808ffa76f" providerId="ADAL" clId="{EF2C793C-3817-480E-8C69-13C9B8AF2F77}" dt="2026-07-26T03:33:35.629" v="449" actId="14100"/>
          <ac:picMkLst>
            <pc:docMk/>
            <pc:sldMk cId="1946360482" sldId="287"/>
            <ac:picMk id="8" creationId="{9467ACCF-C391-53D3-DB6D-6E453495C989}"/>
          </ac:picMkLst>
        </pc:picChg>
        <pc:picChg chg="del">
          <ac:chgData name="Bonolo Angela Rentsi" userId="a1f635ec-29c8-4844-be5f-558808ffa76f" providerId="ADAL" clId="{EF2C793C-3817-480E-8C69-13C9B8AF2F77}" dt="2026-07-26T03:17:49.767" v="437" actId="478"/>
          <ac:picMkLst>
            <pc:docMk/>
            <pc:sldMk cId="1946360482" sldId="287"/>
            <ac:picMk id="14" creationId="{D9C141CD-49EB-2DC9-7840-3C5848674575}"/>
          </ac:picMkLst>
        </pc:picChg>
      </pc:sldChg>
      <pc:sldChg chg="addSp delSp modSp add mod">
        <pc:chgData name="Bonolo Angela Rentsi" userId="a1f635ec-29c8-4844-be5f-558808ffa76f" providerId="ADAL" clId="{EF2C793C-3817-480E-8C69-13C9B8AF2F77}" dt="2026-07-26T03:35:17.018" v="459" actId="14100"/>
        <pc:sldMkLst>
          <pc:docMk/>
          <pc:sldMk cId="3670609804" sldId="288"/>
        </pc:sldMkLst>
        <pc:spChg chg="del">
          <ac:chgData name="Bonolo Angela Rentsi" userId="a1f635ec-29c8-4844-be5f-558808ffa76f" providerId="ADAL" clId="{EF2C793C-3817-480E-8C69-13C9B8AF2F77}" dt="2026-07-26T03:34:04.686" v="454" actId="478"/>
          <ac:spMkLst>
            <pc:docMk/>
            <pc:sldMk cId="3670609804" sldId="288"/>
            <ac:spMk id="10" creationId="{AE1BABD1-BFCA-89DF-B3CB-FA35133F9FF8}"/>
          </ac:spMkLst>
        </pc:spChg>
        <pc:spChg chg="mod">
          <ac:chgData name="Bonolo Angela Rentsi" userId="a1f635ec-29c8-4844-be5f-558808ffa76f" providerId="ADAL" clId="{EF2C793C-3817-480E-8C69-13C9B8AF2F77}" dt="2026-07-26T03:34:01.598" v="453"/>
          <ac:spMkLst>
            <pc:docMk/>
            <pc:sldMk cId="3670609804" sldId="288"/>
            <ac:spMk id="11" creationId="{399D8302-4CAD-1801-BBC5-1FF7FFB95539}"/>
          </ac:spMkLst>
        </pc:spChg>
        <pc:picChg chg="add mod">
          <ac:chgData name="Bonolo Angela Rentsi" userId="a1f635ec-29c8-4844-be5f-558808ffa76f" providerId="ADAL" clId="{EF2C793C-3817-480E-8C69-13C9B8AF2F77}" dt="2026-07-26T03:35:17.018" v="459" actId="14100"/>
          <ac:picMkLst>
            <pc:docMk/>
            <pc:sldMk cId="3670609804" sldId="288"/>
            <ac:picMk id="4" creationId="{BFB59C96-9431-3BDB-D5C6-F38F0234B214}"/>
          </ac:picMkLst>
        </pc:picChg>
        <pc:picChg chg="del">
          <ac:chgData name="Bonolo Angela Rentsi" userId="a1f635ec-29c8-4844-be5f-558808ffa76f" providerId="ADAL" clId="{EF2C793C-3817-480E-8C69-13C9B8AF2F77}" dt="2026-07-26T03:33:45.843" v="451" actId="478"/>
          <ac:picMkLst>
            <pc:docMk/>
            <pc:sldMk cId="3670609804" sldId="288"/>
            <ac:picMk id="5" creationId="{45278154-F53C-3D27-CD91-3792630012C6}"/>
          </ac:picMkLst>
        </pc:picChg>
        <pc:picChg chg="del">
          <ac:chgData name="Bonolo Angela Rentsi" userId="a1f635ec-29c8-4844-be5f-558808ffa76f" providerId="ADAL" clId="{EF2C793C-3817-480E-8C69-13C9B8AF2F77}" dt="2026-07-26T03:33:46.829" v="452" actId="478"/>
          <ac:picMkLst>
            <pc:docMk/>
            <pc:sldMk cId="3670609804" sldId="288"/>
            <ac:picMk id="8" creationId="{DB668B3A-473C-8FE8-D276-4405DA36EDAC}"/>
          </ac:picMkLst>
        </pc:picChg>
      </pc:sldChg>
      <pc:sldChg chg="delSp add del mod">
        <pc:chgData name="Bonolo Angela Rentsi" userId="a1f635ec-29c8-4844-be5f-558808ffa76f" providerId="ADAL" clId="{EF2C793C-3817-480E-8C69-13C9B8AF2F77}" dt="2026-07-26T03:38:46.935" v="481" actId="2696"/>
        <pc:sldMkLst>
          <pc:docMk/>
          <pc:sldMk cId="396683260" sldId="289"/>
        </pc:sldMkLst>
        <pc:picChg chg="del">
          <ac:chgData name="Bonolo Angela Rentsi" userId="a1f635ec-29c8-4844-be5f-558808ffa76f" providerId="ADAL" clId="{EF2C793C-3817-480E-8C69-13C9B8AF2F77}" dt="2026-07-26T03:36:32.525" v="473" actId="478"/>
          <ac:picMkLst>
            <pc:docMk/>
            <pc:sldMk cId="396683260" sldId="289"/>
            <ac:picMk id="3" creationId="{FC17697F-DD14-1CCA-137B-741657ECBB02}"/>
          </ac:picMkLst>
        </pc:picChg>
        <pc:picChg chg="del">
          <ac:chgData name="Bonolo Angela Rentsi" userId="a1f635ec-29c8-4844-be5f-558808ffa76f" providerId="ADAL" clId="{EF2C793C-3817-480E-8C69-13C9B8AF2F77}" dt="2026-07-26T03:36:31.650" v="472" actId="478"/>
          <ac:picMkLst>
            <pc:docMk/>
            <pc:sldMk cId="396683260" sldId="289"/>
            <ac:picMk id="5" creationId="{8DC0190F-555B-1214-76EC-FEA35C550D2F}"/>
          </ac:picMkLst>
        </pc:picChg>
      </pc:sldChg>
      <pc:sldChg chg="addSp delSp modSp add mod">
        <pc:chgData name="Bonolo Angela Rentsi" userId="a1f635ec-29c8-4844-be5f-558808ffa76f" providerId="ADAL" clId="{EF2C793C-3817-480E-8C69-13C9B8AF2F77}" dt="2026-07-26T07:41:43.122" v="644" actId="1076"/>
        <pc:sldMkLst>
          <pc:docMk/>
          <pc:sldMk cId="979352937" sldId="289"/>
        </pc:sldMkLst>
        <pc:spChg chg="mod">
          <ac:chgData name="Bonolo Angela Rentsi" userId="a1f635ec-29c8-4844-be5f-558808ffa76f" providerId="ADAL" clId="{EF2C793C-3817-480E-8C69-13C9B8AF2F77}" dt="2026-07-26T03:40:00.864" v="489" actId="1076"/>
          <ac:spMkLst>
            <pc:docMk/>
            <pc:sldMk cId="979352937" sldId="289"/>
            <ac:spMk id="30" creationId="{89F8BD90-6092-1757-FE8B-B333714DF916}"/>
          </ac:spMkLst>
        </pc:spChg>
        <pc:picChg chg="del">
          <ac:chgData name="Bonolo Angela Rentsi" userId="a1f635ec-29c8-4844-be5f-558808ffa76f" providerId="ADAL" clId="{EF2C793C-3817-480E-8C69-13C9B8AF2F77}" dt="2026-07-26T03:39:49.565" v="486" actId="478"/>
          <ac:picMkLst>
            <pc:docMk/>
            <pc:sldMk cId="979352937" sldId="289"/>
            <ac:picMk id="3" creationId="{3700433C-DAE7-B098-8795-7E8AE378172E}"/>
          </ac:picMkLst>
        </pc:picChg>
        <pc:picChg chg="add mod">
          <ac:chgData name="Bonolo Angela Rentsi" userId="a1f635ec-29c8-4844-be5f-558808ffa76f" providerId="ADAL" clId="{EF2C793C-3817-480E-8C69-13C9B8AF2F77}" dt="2026-07-26T07:41:43.122" v="644" actId="1076"/>
          <ac:picMkLst>
            <pc:docMk/>
            <pc:sldMk cId="979352937" sldId="289"/>
            <ac:picMk id="4" creationId="{5E0EEDBA-6341-C50F-1C29-F5B116341E83}"/>
          </ac:picMkLst>
        </pc:picChg>
        <pc:picChg chg="del">
          <ac:chgData name="Bonolo Angela Rentsi" userId="a1f635ec-29c8-4844-be5f-558808ffa76f" providerId="ADAL" clId="{EF2C793C-3817-480E-8C69-13C9B8AF2F77}" dt="2026-07-26T03:39:35.825" v="483" actId="478"/>
          <ac:picMkLst>
            <pc:docMk/>
            <pc:sldMk cId="979352937" sldId="289"/>
            <ac:picMk id="8" creationId="{C3384188-AA24-9E60-5E05-9D919C286993}"/>
          </ac:picMkLst>
        </pc:picChg>
      </pc:sldChg>
      <pc:sldChg chg="delSp modSp add mod">
        <pc:chgData name="Bonolo Angela Rentsi" userId="a1f635ec-29c8-4844-be5f-558808ffa76f" providerId="ADAL" clId="{EF2C793C-3817-480E-8C69-13C9B8AF2F77}" dt="2026-07-26T06:55:56.957" v="621" actId="1076"/>
        <pc:sldMkLst>
          <pc:docMk/>
          <pc:sldMk cId="2427869238" sldId="290"/>
        </pc:sldMkLst>
        <pc:spChg chg="mod">
          <ac:chgData name="Bonolo Angela Rentsi" userId="a1f635ec-29c8-4844-be5f-558808ffa76f" providerId="ADAL" clId="{EF2C793C-3817-480E-8C69-13C9B8AF2F77}" dt="2026-07-26T05:26:11.352" v="559" actId="20577"/>
          <ac:spMkLst>
            <pc:docMk/>
            <pc:sldMk cId="2427869238" sldId="290"/>
            <ac:spMk id="8" creationId="{C0FBFF74-F7A7-98B6-C579-18792B57CE35}"/>
          </ac:spMkLst>
        </pc:spChg>
        <pc:spChg chg="mod">
          <ac:chgData name="Bonolo Angela Rentsi" userId="a1f635ec-29c8-4844-be5f-558808ffa76f" providerId="ADAL" clId="{EF2C793C-3817-480E-8C69-13C9B8AF2F77}" dt="2026-07-26T06:55:56.957" v="621" actId="1076"/>
          <ac:spMkLst>
            <pc:docMk/>
            <pc:sldMk cId="2427869238" sldId="290"/>
            <ac:spMk id="39" creationId="{0A9E44D5-2D3B-93E3-E205-F62CE71428A2}"/>
          </ac:spMkLst>
        </pc:spChg>
        <pc:grpChg chg="del">
          <ac:chgData name="Bonolo Angela Rentsi" userId="a1f635ec-29c8-4844-be5f-558808ffa76f" providerId="ADAL" clId="{EF2C793C-3817-480E-8C69-13C9B8AF2F77}" dt="2026-07-26T05:26:13.271" v="560" actId="478"/>
          <ac:grpSpMkLst>
            <pc:docMk/>
            <pc:sldMk cId="2427869238" sldId="290"/>
            <ac:grpSpMk id="32" creationId="{D8627AFA-D2BD-9EF5-11F2-BF22E5E8D44D}"/>
          </ac:grpSpMkLst>
        </pc:grpChg>
      </pc:sldChg>
      <pc:sldChg chg="addSp delSp modSp add mod">
        <pc:chgData name="Bonolo Angela Rentsi" userId="a1f635ec-29c8-4844-be5f-558808ffa76f" providerId="ADAL" clId="{EF2C793C-3817-480E-8C69-13C9B8AF2F77}" dt="2026-07-26T07:48:50.685" v="650" actId="1076"/>
        <pc:sldMkLst>
          <pc:docMk/>
          <pc:sldMk cId="2609519233" sldId="291"/>
        </pc:sldMkLst>
        <pc:spChg chg="del">
          <ac:chgData name="Bonolo Angela Rentsi" userId="a1f635ec-29c8-4844-be5f-558808ffa76f" providerId="ADAL" clId="{EF2C793C-3817-480E-8C69-13C9B8AF2F77}" dt="2026-07-26T07:48:44.062" v="646" actId="478"/>
          <ac:spMkLst>
            <pc:docMk/>
            <pc:sldMk cId="2609519233" sldId="291"/>
            <ac:spMk id="3" creationId="{5CC2F21D-281A-1B02-5202-FE47983E2FE8}"/>
          </ac:spMkLst>
        </pc:spChg>
        <pc:picChg chg="add mod">
          <ac:chgData name="Bonolo Angela Rentsi" userId="a1f635ec-29c8-4844-be5f-558808ffa76f" providerId="ADAL" clId="{EF2C793C-3817-480E-8C69-13C9B8AF2F77}" dt="2026-07-26T07:48:50.685" v="650" actId="1076"/>
          <ac:picMkLst>
            <pc:docMk/>
            <pc:sldMk cId="2609519233" sldId="291"/>
            <ac:picMk id="2" creationId="{34A5A8AF-4770-5385-A2A0-217D2DF25C53}"/>
          </ac:picMkLst>
        </pc:picChg>
      </pc:sldChg>
    </pc:docChg>
  </pc:docChgLst>
  <pc:docChgLst>
    <pc:chgData name="Rethabile Ruth Tsosane" userId="S::202431758@spu.ac.za::64c6c0e5-e49c-45d2-a992-ae825622fbce" providerId="AD" clId="Web-{CA173009-51BC-58AE-42D3-587AC8582BE5}"/>
    <pc:docChg chg="modSld">
      <pc:chgData name="Rethabile Ruth Tsosane" userId="S::202431758@spu.ac.za::64c6c0e5-e49c-45d2-a992-ae825622fbce" providerId="AD" clId="Web-{CA173009-51BC-58AE-42D3-587AC8582BE5}" dt="2026-07-25T11:08:41.270" v="2"/>
      <pc:docMkLst>
        <pc:docMk/>
      </pc:docMkLst>
      <pc:sldChg chg="delSp">
        <pc:chgData name="Rethabile Ruth Tsosane" userId="S::202431758@spu.ac.za::64c6c0e5-e49c-45d2-a992-ae825622fbce" providerId="AD" clId="Web-{CA173009-51BC-58AE-42D3-587AC8582BE5}" dt="2026-07-25T11:08:41.270" v="2"/>
        <pc:sldMkLst>
          <pc:docMk/>
          <pc:sldMk cId="0" sldId="256"/>
        </pc:sldMkLst>
        <pc:spChg chg="del">
          <ac:chgData name="Rethabile Ruth Tsosane" userId="S::202431758@spu.ac.za::64c6c0e5-e49c-45d2-a992-ae825622fbce" providerId="AD" clId="Web-{CA173009-51BC-58AE-42D3-587AC8582BE5}" dt="2026-07-25T11:08:41.270" v="2"/>
          <ac:spMkLst>
            <pc:docMk/>
            <pc:sldMk cId="0" sldId="256"/>
            <ac:spMk id="31" creationId="{00000000-0000-0000-0000-000000000000}"/>
          </ac:spMkLst>
        </pc:spChg>
      </pc:sldChg>
      <pc:sldChg chg="delSp">
        <pc:chgData name="Rethabile Ruth Tsosane" userId="S::202431758@spu.ac.za::64c6c0e5-e49c-45d2-a992-ae825622fbce" providerId="AD" clId="Web-{CA173009-51BC-58AE-42D3-587AC8582BE5}" dt="2026-07-25T11:08:13.863" v="0"/>
        <pc:sldMkLst>
          <pc:docMk/>
          <pc:sldMk cId="0" sldId="258"/>
        </pc:sldMkLst>
        <pc:spChg chg="del">
          <ac:chgData name="Rethabile Ruth Tsosane" userId="S::202431758@spu.ac.za::64c6c0e5-e49c-45d2-a992-ae825622fbce" providerId="AD" clId="Web-{CA173009-51BC-58AE-42D3-587AC8582BE5}" dt="2026-07-25T11:08:13.863" v="0"/>
          <ac:spMkLst>
            <pc:docMk/>
            <pc:sldMk cId="0" sldId="258"/>
            <ac:spMk id="29" creationId="{00000000-0000-0000-0000-000000000000}"/>
          </ac:spMkLst>
        </pc:spChg>
      </pc:sldChg>
      <pc:sldChg chg="delSp">
        <pc:chgData name="Rethabile Ruth Tsosane" userId="S::202431758@spu.ac.za::64c6c0e5-e49c-45d2-a992-ae825622fbce" providerId="AD" clId="Web-{CA173009-51BC-58AE-42D3-587AC8582BE5}" dt="2026-07-25T11:08:32.410" v="1"/>
        <pc:sldMkLst>
          <pc:docMk/>
          <pc:sldMk cId="0" sldId="259"/>
        </pc:sldMkLst>
        <pc:spChg chg="del">
          <ac:chgData name="Rethabile Ruth Tsosane" userId="S::202431758@spu.ac.za::64c6c0e5-e49c-45d2-a992-ae825622fbce" providerId="AD" clId="Web-{CA173009-51BC-58AE-42D3-587AC8582BE5}" dt="2026-07-25T11:08:32.410" v="1"/>
          <ac:spMkLst>
            <pc:docMk/>
            <pc:sldMk cId="0" sldId="259"/>
            <ac:spMk id="36" creationId="{00000000-0000-0000-0000-000000000000}"/>
          </ac:spMkLst>
        </pc:spChg>
      </pc:sldChg>
    </pc:docChg>
  </pc:docChgLst>
  <pc:docChgLst>
    <pc:chgData name="Zanentwenhle Siyamthanda Daki" userId="S::202612267@spu.ac.za::be5a7395-909a-4494-9966-025b256e5d74" providerId="AD" clId="Web-{81AEB207-8F00-2E6E-CC40-4B6A6C1FCE1B}"/>
    <pc:docChg chg="addSld delSld modSld">
      <pc:chgData name="Zanentwenhle Siyamthanda Daki" userId="S::202612267@spu.ac.za::be5a7395-909a-4494-9966-025b256e5d74" providerId="AD" clId="Web-{81AEB207-8F00-2E6E-CC40-4B6A6C1FCE1B}" dt="2026-07-25T21:30:29.633" v="7" actId="14100"/>
      <pc:docMkLst>
        <pc:docMk/>
      </pc:docMkLst>
      <pc:sldChg chg="add del">
        <pc:chgData name="Zanentwenhle Siyamthanda Daki" userId="S::202612267@spu.ac.za::be5a7395-909a-4494-9966-025b256e5d74" providerId="AD" clId="Web-{81AEB207-8F00-2E6E-CC40-4B6A6C1FCE1B}" dt="2026-07-25T21:04:56.459" v="1"/>
        <pc:sldMkLst>
          <pc:docMk/>
          <pc:sldMk cId="0" sldId="256"/>
        </pc:sldMkLst>
      </pc:sldChg>
      <pc:sldChg chg="modSp">
        <pc:chgData name="Zanentwenhle Siyamthanda Daki" userId="S::202612267@spu.ac.za::be5a7395-909a-4494-9966-025b256e5d74" providerId="AD" clId="Web-{81AEB207-8F00-2E6E-CC40-4B6A6C1FCE1B}" dt="2026-07-25T21:30:29.633" v="7" actId="14100"/>
        <pc:sldMkLst>
          <pc:docMk/>
          <pc:sldMk cId="1807264335" sldId="270"/>
        </pc:sldMkLst>
        <pc:picChg chg="mod">
          <ac:chgData name="Zanentwenhle Siyamthanda Daki" userId="S::202612267@spu.ac.za::be5a7395-909a-4494-9966-025b256e5d74" providerId="AD" clId="Web-{81AEB207-8F00-2E6E-CC40-4B6A6C1FCE1B}" dt="2026-07-25T21:30:29.633" v="7" actId="14100"/>
          <ac:picMkLst>
            <pc:docMk/>
            <pc:sldMk cId="1807264335" sldId="270"/>
            <ac:picMk id="4" creationId="{782CEC1D-CB48-C5C1-CCE4-690EEAD4DDCD}"/>
          </ac:picMkLst>
        </pc:picChg>
      </pc:sldChg>
    </pc:docChg>
  </pc:docChgLst>
  <pc:docChgLst>
    <pc:chgData name="Omaatla Gaolape Gabankile" userId="S::202600774@spu.ac.za::c2794dca-09dd-4006-a4b3-c74def7d1f19" providerId="AD" clId="Web-{C9AD91EA-69E7-2811-366E-AE7BF2DD1A9B}"/>
    <pc:docChg chg="sldOrd">
      <pc:chgData name="Omaatla Gaolape Gabankile" userId="S::202600774@spu.ac.za::c2794dca-09dd-4006-a4b3-c74def7d1f19" providerId="AD" clId="Web-{C9AD91EA-69E7-2811-366E-AE7BF2DD1A9B}" dt="2026-07-25T11:22:25.358" v="0"/>
      <pc:docMkLst>
        <pc:docMk/>
      </pc:docMkLst>
      <pc:sldChg chg="ord">
        <pc:chgData name="Omaatla Gaolape Gabankile" userId="S::202600774@spu.ac.za::c2794dca-09dd-4006-a4b3-c74def7d1f19" providerId="AD" clId="Web-{C9AD91EA-69E7-2811-366E-AE7BF2DD1A9B}" dt="2026-07-25T11:22:25.358" v="0"/>
        <pc:sldMkLst>
          <pc:docMk/>
          <pc:sldMk cId="1418584248" sldId="266"/>
        </pc:sldMkLst>
      </pc:sldChg>
    </pc:docChg>
  </pc:docChgLst>
  <pc:docChgLst>
    <pc:chgData name="Rethabile Ruth Tsosane" userId="S::202431758@spu.ac.za::64c6c0e5-e49c-45d2-a992-ae825622fbce" providerId="AD" clId="Web-{EA664582-E867-C591-E783-50DEF1B3684D}"/>
    <pc:docChg chg="modSld">
      <pc:chgData name="Rethabile Ruth Tsosane" userId="S::202431758@spu.ac.za::64c6c0e5-e49c-45d2-a992-ae825622fbce" providerId="AD" clId="Web-{EA664582-E867-C591-E783-50DEF1B3684D}" dt="2026-07-26T01:50:47.610" v="26" actId="20577"/>
      <pc:docMkLst>
        <pc:docMk/>
      </pc:docMkLst>
      <pc:sldChg chg="modSp">
        <pc:chgData name="Rethabile Ruth Tsosane" userId="S::202431758@spu.ac.za::64c6c0e5-e49c-45d2-a992-ae825622fbce" providerId="AD" clId="Web-{EA664582-E867-C591-E783-50DEF1B3684D}" dt="2026-07-26T01:50:47.610" v="26" actId="20577"/>
        <pc:sldMkLst>
          <pc:docMk/>
          <pc:sldMk cId="1854825920" sldId="274"/>
        </pc:sldMkLst>
        <pc:spChg chg="mod">
          <ac:chgData name="Rethabile Ruth Tsosane" userId="S::202431758@spu.ac.za::64c6c0e5-e49c-45d2-a992-ae825622fbce" providerId="AD" clId="Web-{EA664582-E867-C591-E783-50DEF1B3684D}" dt="2026-07-26T01:50:47.610" v="26" actId="20577"/>
          <ac:spMkLst>
            <pc:docMk/>
            <pc:sldMk cId="1854825920" sldId="274"/>
            <ac:spMk id="2" creationId="{58F56F3C-0E13-7ACE-C2D6-EFC37B7034BD}"/>
          </ac:spMkLst>
        </pc:spChg>
        <pc:picChg chg="mod">
          <ac:chgData name="Rethabile Ruth Tsosane" userId="S::202431758@spu.ac.za::64c6c0e5-e49c-45d2-a992-ae825622fbce" providerId="AD" clId="Web-{EA664582-E867-C591-E783-50DEF1B3684D}" dt="2026-07-26T01:49:48.652" v="18" actId="1076"/>
          <ac:picMkLst>
            <pc:docMk/>
            <pc:sldMk cId="1854825920" sldId="274"/>
            <ac:picMk id="4" creationId="{D0D9CF29-D1D0-8D56-1085-A4BD93F84B23}"/>
          </ac:picMkLst>
        </pc:picChg>
      </pc:sldChg>
    </pc:docChg>
  </pc:docChgLst>
  <pc:docChgLst>
    <pc:chgData name="Omaatla Gaolape Gabankile" userId="S::202600774@spu.ac.za::c2794dca-09dd-4006-a4b3-c74def7d1f19" providerId="AD" clId="Web-{76C75709-13C1-B94B-BCF0-B145DCBB1788}"/>
    <pc:docChg chg="addSld modSld sldOrd">
      <pc:chgData name="Omaatla Gaolape Gabankile" userId="S::202600774@spu.ac.za::c2794dca-09dd-4006-a4b3-c74def7d1f19" providerId="AD" clId="Web-{76C75709-13C1-B94B-BCF0-B145DCBB1788}" dt="2026-07-25T22:18:09.726" v="55"/>
      <pc:docMkLst>
        <pc:docMk/>
      </pc:docMkLst>
      <pc:sldChg chg="addSp delSp modSp">
        <pc:chgData name="Omaatla Gaolape Gabankile" userId="S::202600774@spu.ac.za::c2794dca-09dd-4006-a4b3-c74def7d1f19" providerId="AD" clId="Web-{76C75709-13C1-B94B-BCF0-B145DCBB1788}" dt="2026-07-25T22:12:32.087" v="42" actId="14100"/>
        <pc:sldMkLst>
          <pc:docMk/>
          <pc:sldMk cId="1807264335" sldId="270"/>
        </pc:sldMkLst>
        <pc:spChg chg="mod">
          <ac:chgData name="Omaatla Gaolape Gabankile" userId="S::202600774@spu.ac.za::c2794dca-09dd-4006-a4b3-c74def7d1f19" providerId="AD" clId="Web-{76C75709-13C1-B94B-BCF0-B145DCBB1788}" dt="2026-07-25T22:10:48.349" v="28" actId="1076"/>
          <ac:spMkLst>
            <pc:docMk/>
            <pc:sldMk cId="1807264335" sldId="270"/>
            <ac:spMk id="9" creationId="{104A79C8-1F8B-BE7E-0785-28E0DF6444EF}"/>
          </ac:spMkLst>
        </pc:spChg>
        <pc:picChg chg="add del mod">
          <ac:chgData name="Omaatla Gaolape Gabankile" userId="S::202600774@spu.ac.za::c2794dca-09dd-4006-a4b3-c74def7d1f19" providerId="AD" clId="Web-{76C75709-13C1-B94B-BCF0-B145DCBB1788}" dt="2026-07-25T21:20:09.373" v="6"/>
          <ac:picMkLst>
            <pc:docMk/>
            <pc:sldMk cId="1807264335" sldId="270"/>
            <ac:picMk id="3" creationId="{A6F6E6A0-1E41-1642-3580-93912102238C}"/>
          </ac:picMkLst>
        </pc:picChg>
        <pc:picChg chg="add mod">
          <ac:chgData name="Omaatla Gaolape Gabankile" userId="S::202600774@spu.ac.za::c2794dca-09dd-4006-a4b3-c74def7d1f19" providerId="AD" clId="Web-{76C75709-13C1-B94B-BCF0-B145DCBB1788}" dt="2026-07-25T22:12:32.087" v="42" actId="14100"/>
          <ac:picMkLst>
            <pc:docMk/>
            <pc:sldMk cId="1807264335" sldId="270"/>
            <ac:picMk id="4" creationId="{782CEC1D-CB48-C5C1-CCE4-690EEAD4DDCD}"/>
          </ac:picMkLst>
        </pc:picChg>
      </pc:sldChg>
      <pc:sldChg chg="addSp delSp modSp add replId">
        <pc:chgData name="Omaatla Gaolape Gabankile" userId="S::202600774@spu.ac.za::c2794dca-09dd-4006-a4b3-c74def7d1f19" providerId="AD" clId="Web-{76C75709-13C1-B94B-BCF0-B145DCBB1788}" dt="2026-07-25T22:18:09.726" v="55"/>
        <pc:sldMkLst>
          <pc:docMk/>
          <pc:sldMk cId="3998568922" sldId="271"/>
        </pc:sldMkLst>
        <pc:picChg chg="add mod">
          <ac:chgData name="Omaatla Gaolape Gabankile" userId="S::202600774@spu.ac.za::c2794dca-09dd-4006-a4b3-c74def7d1f19" providerId="AD" clId="Web-{76C75709-13C1-B94B-BCF0-B145DCBB1788}" dt="2026-07-25T22:13:00.854" v="46" actId="14100"/>
          <ac:picMkLst>
            <pc:docMk/>
            <pc:sldMk cId="3998568922" sldId="271"/>
            <ac:picMk id="3" creationId="{4FC0A125-9DC6-16C0-ED30-8EB96022EAB0}"/>
          </ac:picMkLst>
        </pc:picChg>
        <pc:picChg chg="add mod">
          <ac:chgData name="Omaatla Gaolape Gabankile" userId="S::202600774@spu.ac.za::c2794dca-09dd-4006-a4b3-c74def7d1f19" providerId="AD" clId="Web-{76C75709-13C1-B94B-BCF0-B145DCBB1788}" dt="2026-07-25T22:18:09.726" v="55"/>
          <ac:picMkLst>
            <pc:docMk/>
            <pc:sldMk cId="3998568922" sldId="271"/>
            <ac:picMk id="4" creationId="{A6B707A6-7B6D-C727-3020-972C47B93955}"/>
          </ac:picMkLst>
        </pc:picChg>
        <pc:picChg chg="del">
          <ac:chgData name="Omaatla Gaolape Gabankile" userId="S::202600774@spu.ac.za::c2794dca-09dd-4006-a4b3-c74def7d1f19" providerId="AD" clId="Web-{76C75709-13C1-B94B-BCF0-B145DCBB1788}" dt="2026-07-25T21:31:00.246" v="10"/>
          <ac:picMkLst>
            <pc:docMk/>
            <pc:sldMk cId="3998568922" sldId="271"/>
            <ac:picMk id="4" creationId="{D49113D2-4D23-1D38-480B-E34C77270528}"/>
          </ac:picMkLst>
        </pc:picChg>
      </pc:sldChg>
      <pc:sldChg chg="addSp delSp modSp add replId">
        <pc:chgData name="Omaatla Gaolape Gabankile" userId="S::202600774@spu.ac.za::c2794dca-09dd-4006-a4b3-c74def7d1f19" providerId="AD" clId="Web-{76C75709-13C1-B94B-BCF0-B145DCBB1788}" dt="2026-07-25T22:16:01.643" v="54" actId="14100"/>
        <pc:sldMkLst>
          <pc:docMk/>
          <pc:sldMk cId="483639714" sldId="272"/>
        </pc:sldMkLst>
        <pc:picChg chg="del">
          <ac:chgData name="Omaatla Gaolape Gabankile" userId="S::202600774@spu.ac.za::c2794dca-09dd-4006-a4b3-c74def7d1f19" providerId="AD" clId="Web-{76C75709-13C1-B94B-BCF0-B145DCBB1788}" dt="2026-07-25T21:32:11.547" v="20"/>
          <ac:picMkLst>
            <pc:docMk/>
            <pc:sldMk cId="483639714" sldId="272"/>
            <ac:picMk id="3" creationId="{07E4D4A4-E65B-B871-754A-BABF74A147D7}"/>
          </ac:picMkLst>
        </pc:picChg>
        <pc:picChg chg="add mod">
          <ac:chgData name="Omaatla Gaolape Gabankile" userId="S::202600774@spu.ac.za::c2794dca-09dd-4006-a4b3-c74def7d1f19" providerId="AD" clId="Web-{76C75709-13C1-B94B-BCF0-B145DCBB1788}" dt="2026-07-25T22:16:01.643" v="54" actId="14100"/>
          <ac:picMkLst>
            <pc:docMk/>
            <pc:sldMk cId="483639714" sldId="272"/>
            <ac:picMk id="3" creationId="{C03C2780-FA8F-545B-C86A-6739C5063617}"/>
          </ac:picMkLst>
        </pc:picChg>
      </pc:sldChg>
      <pc:sldChg chg="addSp modSp add ord replId">
        <pc:chgData name="Omaatla Gaolape Gabankile" userId="S::202600774@spu.ac.za::c2794dca-09dd-4006-a4b3-c74def7d1f19" providerId="AD" clId="Web-{76C75709-13C1-B94B-BCF0-B145DCBB1788}" dt="2026-07-25T22:13:39.762" v="50" actId="14100"/>
        <pc:sldMkLst>
          <pc:docMk/>
          <pc:sldMk cId="1680682787" sldId="273"/>
        </pc:sldMkLst>
        <pc:picChg chg="add mod">
          <ac:chgData name="Omaatla Gaolape Gabankile" userId="S::202600774@spu.ac.za::c2794dca-09dd-4006-a4b3-c74def7d1f19" providerId="AD" clId="Web-{76C75709-13C1-B94B-BCF0-B145DCBB1788}" dt="2026-07-25T22:13:39.762" v="50" actId="14100"/>
          <ac:picMkLst>
            <pc:docMk/>
            <pc:sldMk cId="1680682787" sldId="273"/>
            <ac:picMk id="3" creationId="{F081281E-345C-349F-2EE9-7F638A03174E}"/>
          </ac:picMkLst>
        </pc:picChg>
      </pc:sldChg>
    </pc:docChg>
  </pc:docChgLst>
  <pc:docChgLst>
    <pc:chgData name="Zanentwenhle Siyamthanda Daki" userId="S::202612267@spu.ac.za::be5a7395-909a-4494-9966-025b256e5d74" providerId="AD" clId="Web-{F83173F6-763F-E618-633A-868E97C75465}"/>
    <pc:docChg chg="modSld">
      <pc:chgData name="Zanentwenhle Siyamthanda Daki" userId="S::202612267@spu.ac.za::be5a7395-909a-4494-9966-025b256e5d74" providerId="AD" clId="Web-{F83173F6-763F-E618-633A-868E97C75465}" dt="2026-07-25T15:31:17.037" v="599" actId="1076"/>
      <pc:docMkLst>
        <pc:docMk/>
      </pc:docMkLst>
      <pc:sldChg chg="addSp delSp modSp">
        <pc:chgData name="Zanentwenhle Siyamthanda Daki" userId="S::202612267@spu.ac.za::be5a7395-909a-4494-9966-025b256e5d74" providerId="AD" clId="Web-{F83173F6-763F-E618-633A-868E97C75465}" dt="2026-07-25T15:31:17.037" v="599" actId="1076"/>
        <pc:sldMkLst>
          <pc:docMk/>
          <pc:sldMk cId="0" sldId="258"/>
        </pc:sldMkLst>
        <pc:spChg chg="mod">
          <ac:chgData name="Zanentwenhle Siyamthanda Daki" userId="S::202612267@spu.ac.za::be5a7395-909a-4494-9966-025b256e5d74" providerId="AD" clId="Web-{F83173F6-763F-E618-633A-868E97C75465}" dt="2026-07-25T15:05:44.305" v="241" actId="1076"/>
          <ac:spMkLst>
            <pc:docMk/>
            <pc:sldMk cId="0" sldId="258"/>
            <ac:spMk id="6" creationId="{00000000-0000-0000-0000-000000000000}"/>
          </ac:spMkLst>
        </pc:spChg>
        <pc:spChg chg="mod">
          <ac:chgData name="Zanentwenhle Siyamthanda Daki" userId="S::202612267@spu.ac.za::be5a7395-909a-4494-9966-025b256e5d74" providerId="AD" clId="Web-{F83173F6-763F-E618-633A-868E97C75465}" dt="2026-07-25T14:50:45.599" v="155" actId="20577"/>
          <ac:spMkLst>
            <pc:docMk/>
            <pc:sldMk cId="0" sldId="258"/>
            <ac:spMk id="8" creationId="{00000000-0000-0000-0000-000000000000}"/>
          </ac:spMkLst>
        </pc:spChg>
        <pc:spChg chg="mod">
          <ac:chgData name="Zanentwenhle Siyamthanda Daki" userId="S::202612267@spu.ac.za::be5a7395-909a-4494-9966-025b256e5d74" providerId="AD" clId="Web-{F83173F6-763F-E618-633A-868E97C75465}" dt="2026-07-25T12:44:58.787" v="36" actId="1076"/>
          <ac:spMkLst>
            <pc:docMk/>
            <pc:sldMk cId="0" sldId="258"/>
            <ac:spMk id="13" creationId="{00000000-0000-0000-0000-000000000000}"/>
          </ac:spMkLst>
        </pc:spChg>
        <pc:spChg chg="add del mod">
          <ac:chgData name="Zanentwenhle Siyamthanda Daki" userId="S::202612267@spu.ac.za::be5a7395-909a-4494-9966-025b256e5d74" providerId="AD" clId="Web-{F83173F6-763F-E618-633A-868E97C75465}" dt="2026-07-25T14:55:55.249" v="164"/>
          <ac:spMkLst>
            <pc:docMk/>
            <pc:sldMk cId="0" sldId="258"/>
            <ac:spMk id="14" creationId="{5C0AC216-A9BB-629E-1D4B-E4E4CF535EFA}"/>
          </ac:spMkLst>
        </pc:spChg>
        <pc:spChg chg="add del mod">
          <ac:chgData name="Zanentwenhle Siyamthanda Daki" userId="S::202612267@spu.ac.za::be5a7395-909a-4494-9966-025b256e5d74" providerId="AD" clId="Web-{F83173F6-763F-E618-633A-868E97C75465}" dt="2026-07-25T14:56:18.297" v="167"/>
          <ac:spMkLst>
            <pc:docMk/>
            <pc:sldMk cId="0" sldId="258"/>
            <ac:spMk id="15" creationId="{3F02C6F9-1F6F-A7F4-240F-3AF2F5ACE8ED}"/>
          </ac:spMkLst>
        </pc:spChg>
        <pc:spChg chg="add del mod">
          <ac:chgData name="Zanentwenhle Siyamthanda Daki" userId="S::202612267@spu.ac.za::be5a7395-909a-4494-9966-025b256e5d74" providerId="AD" clId="Web-{F83173F6-763F-E618-633A-868E97C75465}" dt="2026-07-25T14:58:46.323" v="193"/>
          <ac:spMkLst>
            <pc:docMk/>
            <pc:sldMk cId="0" sldId="258"/>
            <ac:spMk id="29" creationId="{328A8BCB-84D4-9A20-8D11-70C5D03413CB}"/>
          </ac:spMkLst>
        </pc:spChg>
        <pc:spChg chg="mod">
          <ac:chgData name="Zanentwenhle Siyamthanda Daki" userId="S::202612267@spu.ac.za::be5a7395-909a-4494-9966-025b256e5d74" providerId="AD" clId="Web-{F83173F6-763F-E618-633A-868E97C75465}" dt="2026-07-25T12:46:59.854" v="75" actId="1076"/>
          <ac:spMkLst>
            <pc:docMk/>
            <pc:sldMk cId="0" sldId="258"/>
            <ac:spMk id="30" creationId="{00000000-0000-0000-0000-000000000000}"/>
          </ac:spMkLst>
        </pc:spChg>
        <pc:spChg chg="add del mod">
          <ac:chgData name="Zanentwenhle Siyamthanda Daki" userId="S::202612267@spu.ac.za::be5a7395-909a-4494-9966-025b256e5d74" providerId="AD" clId="Web-{F83173F6-763F-E618-633A-868E97C75465}" dt="2026-07-25T14:43:28.017" v="140"/>
          <ac:spMkLst>
            <pc:docMk/>
            <pc:sldMk cId="0" sldId="258"/>
            <ac:spMk id="31" creationId="{00000000-0000-0000-0000-000000000000}"/>
          </ac:spMkLst>
        </pc:spChg>
        <pc:spChg chg="add del mod">
          <ac:chgData name="Zanentwenhle Siyamthanda Daki" userId="S::202612267@spu.ac.za::be5a7395-909a-4494-9966-025b256e5d74" providerId="AD" clId="Web-{F83173F6-763F-E618-633A-868E97C75465}" dt="2026-07-25T12:43:55.410" v="28"/>
          <ac:spMkLst>
            <pc:docMk/>
            <pc:sldMk cId="0" sldId="258"/>
            <ac:spMk id="32" creationId="{00000000-0000-0000-0000-000000000000}"/>
          </ac:spMkLst>
        </pc:spChg>
        <pc:spChg chg="mod">
          <ac:chgData name="Zanentwenhle Siyamthanda Daki" userId="S::202612267@spu.ac.za::be5a7395-909a-4494-9966-025b256e5d74" providerId="AD" clId="Web-{F83173F6-763F-E618-633A-868E97C75465}" dt="2026-07-25T12:47:07.558" v="76" actId="1076"/>
          <ac:spMkLst>
            <pc:docMk/>
            <pc:sldMk cId="0" sldId="258"/>
            <ac:spMk id="34" creationId="{00000000-0000-0000-0000-000000000000}"/>
          </ac:spMkLst>
        </pc:spChg>
        <pc:spChg chg="mod">
          <ac:chgData name="Zanentwenhle Siyamthanda Daki" userId="S::202612267@spu.ac.za::be5a7395-909a-4494-9966-025b256e5d74" providerId="AD" clId="Web-{F83173F6-763F-E618-633A-868E97C75465}" dt="2026-07-25T14:51:04.054" v="159" actId="14100"/>
          <ac:spMkLst>
            <pc:docMk/>
            <pc:sldMk cId="0" sldId="258"/>
            <ac:spMk id="35" creationId="{00000000-0000-0000-0000-000000000000}"/>
          </ac:spMkLst>
        </pc:spChg>
        <pc:spChg chg="mod">
          <ac:chgData name="Zanentwenhle Siyamthanda Daki" userId="S::202612267@spu.ac.za::be5a7395-909a-4494-9966-025b256e5d74" providerId="AD" clId="Web-{F83173F6-763F-E618-633A-868E97C75465}" dt="2026-07-25T15:19:56.805" v="317" actId="20577"/>
          <ac:spMkLst>
            <pc:docMk/>
            <pc:sldMk cId="0" sldId="258"/>
            <ac:spMk id="36" creationId="{00000000-0000-0000-0000-000000000000}"/>
          </ac:spMkLst>
        </pc:spChg>
        <pc:spChg chg="mod">
          <ac:chgData name="Zanentwenhle Siyamthanda Daki" userId="S::202612267@spu.ac.za::be5a7395-909a-4494-9966-025b256e5d74" providerId="AD" clId="Web-{F83173F6-763F-E618-633A-868E97C75465}" dt="2026-07-25T15:20:48.215" v="347" actId="1076"/>
          <ac:spMkLst>
            <pc:docMk/>
            <pc:sldMk cId="0" sldId="258"/>
            <ac:spMk id="37" creationId="{00000000-0000-0000-0000-000000000000}"/>
          </ac:spMkLst>
        </pc:spChg>
        <pc:spChg chg="mod">
          <ac:chgData name="Zanentwenhle Siyamthanda Daki" userId="S::202612267@spu.ac.za::be5a7395-909a-4494-9966-025b256e5d74" providerId="AD" clId="Web-{F83173F6-763F-E618-633A-868E97C75465}" dt="2026-07-25T15:21:18.967" v="363" actId="20577"/>
          <ac:spMkLst>
            <pc:docMk/>
            <pc:sldMk cId="0" sldId="258"/>
            <ac:spMk id="38" creationId="{00000000-0000-0000-0000-000000000000}"/>
          </ac:spMkLst>
        </pc:spChg>
        <pc:spChg chg="add del mod">
          <ac:chgData name="Zanentwenhle Siyamthanda Daki" userId="S::202612267@spu.ac.za::be5a7395-909a-4494-9966-025b256e5d74" providerId="AD" clId="Web-{F83173F6-763F-E618-633A-868E97C75465}" dt="2026-07-25T15:00:14.079" v="201"/>
          <ac:spMkLst>
            <pc:docMk/>
            <pc:sldMk cId="0" sldId="258"/>
            <ac:spMk id="39" creationId="{0AADD3A5-888C-AA87-E85E-785C6A995B78}"/>
          </ac:spMkLst>
        </pc:spChg>
        <pc:spChg chg="add del mod">
          <ac:chgData name="Zanentwenhle Siyamthanda Daki" userId="S::202612267@spu.ac.za::be5a7395-909a-4494-9966-025b256e5d74" providerId="AD" clId="Web-{F83173F6-763F-E618-633A-868E97C75465}" dt="2026-07-25T15:03:37.968" v="224"/>
          <ac:spMkLst>
            <pc:docMk/>
            <pc:sldMk cId="0" sldId="258"/>
            <ac:spMk id="40" creationId="{72677A5A-22FF-BB9A-9222-3D2953CEC6C2}"/>
          </ac:spMkLst>
        </pc:spChg>
        <pc:spChg chg="add del mod">
          <ac:chgData name="Zanentwenhle Siyamthanda Daki" userId="S::202612267@spu.ac.za::be5a7395-909a-4494-9966-025b256e5d74" providerId="AD" clId="Web-{F83173F6-763F-E618-633A-868E97C75465}" dt="2026-07-25T15:06:04.432" v="243"/>
          <ac:spMkLst>
            <pc:docMk/>
            <pc:sldMk cId="0" sldId="258"/>
            <ac:spMk id="41" creationId="{718AAA83-3C28-7490-5228-F840AEA477C3}"/>
          </ac:spMkLst>
        </pc:spChg>
        <pc:spChg chg="add del mod">
          <ac:chgData name="Zanentwenhle Siyamthanda Daki" userId="S::202612267@spu.ac.za::be5a7395-909a-4494-9966-025b256e5d74" providerId="AD" clId="Web-{F83173F6-763F-E618-633A-868E97C75465}" dt="2026-07-25T15:08:24.176" v="247"/>
          <ac:spMkLst>
            <pc:docMk/>
            <pc:sldMk cId="0" sldId="258"/>
            <ac:spMk id="42" creationId="{458BD9F3-6815-FCED-C7CF-78DE8D423348}"/>
          </ac:spMkLst>
        </pc:spChg>
        <pc:spChg chg="add del mod">
          <ac:chgData name="Zanentwenhle Siyamthanda Daki" userId="S::202612267@spu.ac.za::be5a7395-909a-4494-9966-025b256e5d74" providerId="AD" clId="Web-{F83173F6-763F-E618-633A-868E97C75465}" dt="2026-07-25T15:08:45.193" v="251"/>
          <ac:spMkLst>
            <pc:docMk/>
            <pc:sldMk cId="0" sldId="258"/>
            <ac:spMk id="43" creationId="{C390F4F9-45DA-CEBE-702E-BD91D4957AEA}"/>
          </ac:spMkLst>
        </pc:spChg>
        <pc:spChg chg="add mod">
          <ac:chgData name="Zanentwenhle Siyamthanda Daki" userId="S::202612267@spu.ac.za::be5a7395-909a-4494-9966-025b256e5d74" providerId="AD" clId="Web-{F83173F6-763F-E618-633A-868E97C75465}" dt="2026-07-25T15:22:58.505" v="369" actId="1076"/>
          <ac:spMkLst>
            <pc:docMk/>
            <pc:sldMk cId="0" sldId="258"/>
            <ac:spMk id="44" creationId="{8A503D34-2B88-9AB4-FD2A-A8F3C9EDC694}"/>
          </ac:spMkLst>
        </pc:spChg>
        <pc:spChg chg="add del mod">
          <ac:chgData name="Zanentwenhle Siyamthanda Daki" userId="S::202612267@spu.ac.za::be5a7395-909a-4494-9966-025b256e5d74" providerId="AD" clId="Web-{F83173F6-763F-E618-633A-868E97C75465}" dt="2026-07-25T15:26:43.521" v="436"/>
          <ac:spMkLst>
            <pc:docMk/>
            <pc:sldMk cId="0" sldId="258"/>
            <ac:spMk id="45" creationId="{976C4DA4-408C-B3B1-881E-FEF5AE01F272}"/>
          </ac:spMkLst>
        </pc:spChg>
        <pc:spChg chg="add mod">
          <ac:chgData name="Zanentwenhle Siyamthanda Daki" userId="S::202612267@spu.ac.za::be5a7395-909a-4494-9966-025b256e5d74" providerId="AD" clId="Web-{F83173F6-763F-E618-633A-868E97C75465}" dt="2026-07-25T15:31:17.037" v="599" actId="1076"/>
          <ac:spMkLst>
            <pc:docMk/>
            <pc:sldMk cId="0" sldId="258"/>
            <ac:spMk id="46" creationId="{E78908CF-EC00-8492-A309-152EF2AED2F2}"/>
          </ac:spMkLst>
        </pc:spChg>
        <pc:grpChg chg="mod">
          <ac:chgData name="Zanentwenhle Siyamthanda Daki" userId="S::202612267@spu.ac.za::be5a7395-909a-4494-9966-025b256e5d74" providerId="AD" clId="Web-{F83173F6-763F-E618-633A-868E97C75465}" dt="2026-07-25T12:44:32.099" v="32" actId="1076"/>
          <ac:grpSpMkLst>
            <pc:docMk/>
            <pc:sldMk cId="0" sldId="258"/>
            <ac:grpSpMk id="7" creationId="{00000000-0000-0000-0000-000000000000}"/>
          </ac:grpSpMkLst>
        </pc:grpChg>
        <pc:grpChg chg="del">
          <ac:chgData name="Zanentwenhle Siyamthanda Daki" userId="S::202612267@spu.ac.za::be5a7395-909a-4494-9966-025b256e5d74" providerId="AD" clId="Web-{F83173F6-763F-E618-633A-868E97C75465}" dt="2026-07-25T12:41:56.999" v="2"/>
          <ac:grpSpMkLst>
            <pc:docMk/>
            <pc:sldMk cId="0" sldId="258"/>
            <ac:grpSpMk id="14" creationId="{00000000-0000-0000-0000-000000000000}"/>
          </ac:grpSpMkLst>
        </pc:grpChg>
      </pc:sldChg>
    </pc:docChg>
  </pc:docChgLst>
  <pc:docChgLst>
    <pc:chgData name="Omaatla Gaolape Gabankile" userId="S::202600774@spu.ac.za::c2794dca-09dd-4006-a4b3-c74def7d1f19" providerId="AD" clId="Web-{38EBFC51-0FCF-1C5F-85AA-4A8CBA8D1128}"/>
    <pc:docChg chg="addSld delSld modSld">
      <pc:chgData name="Omaatla Gaolape Gabankile" userId="S::202600774@spu.ac.za::c2794dca-09dd-4006-a4b3-c74def7d1f19" providerId="AD" clId="Web-{38EBFC51-0FCF-1C5F-85AA-4A8CBA8D1128}" dt="2026-07-26T03:10:44.156" v="684"/>
      <pc:docMkLst>
        <pc:docMk/>
      </pc:docMkLst>
      <pc:sldChg chg="addSp delSp modSp mod modShow">
        <pc:chgData name="Omaatla Gaolape Gabankile" userId="S::202600774@spu.ac.za::c2794dca-09dd-4006-a4b3-c74def7d1f19" providerId="AD" clId="Web-{38EBFC51-0FCF-1C5F-85AA-4A8CBA8D1128}" dt="2026-07-25T23:50:09.568" v="510" actId="20577"/>
        <pc:sldMkLst>
          <pc:docMk/>
          <pc:sldMk cId="0" sldId="258"/>
        </pc:sldMkLst>
        <pc:spChg chg="add del">
          <ac:chgData name="Omaatla Gaolape Gabankile" userId="S::202600774@spu.ac.za::c2794dca-09dd-4006-a4b3-c74def7d1f19" providerId="AD" clId="Web-{38EBFC51-0FCF-1C5F-85AA-4A8CBA8D1128}" dt="2026-07-25T23:34:41.738" v="371"/>
          <ac:spMkLst>
            <pc:docMk/>
            <pc:sldMk cId="0" sldId="258"/>
            <ac:spMk id="2" creationId="{4AF6558E-1493-D8BF-DED7-437C40123CFA}"/>
          </ac:spMkLst>
        </pc:spChg>
        <pc:spChg chg="add del mod">
          <ac:chgData name="Omaatla Gaolape Gabankile" userId="S::202600774@spu.ac.za::c2794dca-09dd-4006-a4b3-c74def7d1f19" providerId="AD" clId="Web-{38EBFC51-0FCF-1C5F-85AA-4A8CBA8D1128}" dt="2026-07-25T23:35:21.427" v="379"/>
          <ac:spMkLst>
            <pc:docMk/>
            <pc:sldMk cId="0" sldId="258"/>
            <ac:spMk id="3" creationId="{4DF3BF91-72DE-4173-E02F-F0D69D8F50B9}"/>
          </ac:spMkLst>
        </pc:spChg>
        <pc:spChg chg="add del">
          <ac:chgData name="Omaatla Gaolape Gabankile" userId="S::202600774@spu.ac.za::c2794dca-09dd-4006-a4b3-c74def7d1f19" providerId="AD" clId="Web-{38EBFC51-0FCF-1C5F-85AA-4A8CBA8D1128}" dt="2026-07-25T23:36:35.914" v="384"/>
          <ac:spMkLst>
            <pc:docMk/>
            <pc:sldMk cId="0" sldId="258"/>
            <ac:spMk id="4" creationId="{717ADEA8-7FD7-043C-57E2-E2FF62669DD5}"/>
          </ac:spMkLst>
        </pc:spChg>
        <pc:spChg chg="add del mod">
          <ac:chgData name="Omaatla Gaolape Gabankile" userId="S::202600774@spu.ac.za::c2794dca-09dd-4006-a4b3-c74def7d1f19" providerId="AD" clId="Web-{38EBFC51-0FCF-1C5F-85AA-4A8CBA8D1128}" dt="2026-07-25T23:37:52.573" v="402"/>
          <ac:spMkLst>
            <pc:docMk/>
            <pc:sldMk cId="0" sldId="258"/>
            <ac:spMk id="5" creationId="{AEA2E3D8-CF1E-7230-C76D-CD328732EC66}"/>
          </ac:spMkLst>
        </pc:spChg>
        <pc:spChg chg="add mod">
          <ac:chgData name="Omaatla Gaolape Gabankile" userId="S::202600774@spu.ac.za::c2794dca-09dd-4006-a4b3-c74def7d1f19" providerId="AD" clId="Web-{38EBFC51-0FCF-1C5F-85AA-4A8CBA8D1128}" dt="2026-07-25T23:39:28.311" v="431" actId="1076"/>
          <ac:spMkLst>
            <pc:docMk/>
            <pc:sldMk cId="0" sldId="258"/>
            <ac:spMk id="11" creationId="{0BFF341D-F7E6-4D0B-A0CB-65C56C66D1B9}"/>
          </ac:spMkLst>
        </pc:spChg>
        <pc:spChg chg="add mod">
          <ac:chgData name="Omaatla Gaolape Gabankile" userId="S::202600774@spu.ac.za::c2794dca-09dd-4006-a4b3-c74def7d1f19" providerId="AD" clId="Web-{38EBFC51-0FCF-1C5F-85AA-4A8CBA8D1128}" dt="2026-07-25T23:50:09.568" v="510" actId="20577"/>
          <ac:spMkLst>
            <pc:docMk/>
            <pc:sldMk cId="0" sldId="258"/>
            <ac:spMk id="13" creationId="{90632560-CCD6-DF4F-2620-7CDCB8BDE0F8}"/>
          </ac:spMkLst>
        </pc:spChg>
        <pc:grpChg chg="del">
          <ac:chgData name="Omaatla Gaolape Gabankile" userId="S::202600774@spu.ac.za::c2794dca-09dd-4006-a4b3-c74def7d1f19" providerId="AD" clId="Web-{38EBFC51-0FCF-1C5F-85AA-4A8CBA8D1128}" dt="2026-07-25T23:35:32.553" v="380"/>
          <ac:grpSpMkLst>
            <pc:docMk/>
            <pc:sldMk cId="0" sldId="258"/>
            <ac:grpSpMk id="16" creationId="{00000000-0000-0000-0000-000000000000}"/>
          </ac:grpSpMkLst>
        </pc:grpChg>
      </pc:sldChg>
      <pc:sldChg chg="addSp delSp modSp">
        <pc:chgData name="Omaatla Gaolape Gabankile" userId="S::202600774@spu.ac.za::c2794dca-09dd-4006-a4b3-c74def7d1f19" providerId="AD" clId="Web-{38EBFC51-0FCF-1C5F-85AA-4A8CBA8D1128}" dt="2026-07-25T23:38:19.730" v="406" actId="20577"/>
        <pc:sldMkLst>
          <pc:docMk/>
          <pc:sldMk cId="0" sldId="262"/>
        </pc:sldMkLst>
        <pc:spChg chg="add mod">
          <ac:chgData name="Omaatla Gaolape Gabankile" userId="S::202600774@spu.ac.za::c2794dca-09dd-4006-a4b3-c74def7d1f19" providerId="AD" clId="Web-{38EBFC51-0FCF-1C5F-85AA-4A8CBA8D1128}" dt="2026-07-25T22:54:45.388" v="249" actId="1076"/>
          <ac:spMkLst>
            <pc:docMk/>
            <pc:sldMk cId="0" sldId="262"/>
            <ac:spMk id="4" creationId="{AAB737AF-D150-1AEF-BE52-08367BFDB605}"/>
          </ac:spMkLst>
        </pc:spChg>
        <pc:spChg chg="del">
          <ac:chgData name="Omaatla Gaolape Gabankile" userId="S::202600774@spu.ac.za::c2794dca-09dd-4006-a4b3-c74def7d1f19" providerId="AD" clId="Web-{38EBFC51-0FCF-1C5F-85AA-4A8CBA8D1128}" dt="2026-07-25T22:50:39.457" v="153"/>
          <ac:spMkLst>
            <pc:docMk/>
            <pc:sldMk cId="0" sldId="262"/>
            <ac:spMk id="5" creationId="{FEDC09EB-3382-BA58-E421-705E5C43014A}"/>
          </ac:spMkLst>
        </pc:spChg>
        <pc:spChg chg="add mod">
          <ac:chgData name="Omaatla Gaolape Gabankile" userId="S::202600774@spu.ac.za::c2794dca-09dd-4006-a4b3-c74def7d1f19" providerId="AD" clId="Web-{38EBFC51-0FCF-1C5F-85AA-4A8CBA8D1128}" dt="2026-07-25T22:50:29.254" v="152" actId="1076"/>
          <ac:spMkLst>
            <pc:docMk/>
            <pc:sldMk cId="0" sldId="262"/>
            <ac:spMk id="6" creationId="{38DCCF2C-FEBF-3E14-E5B8-E74125729601}"/>
          </ac:spMkLst>
        </pc:spChg>
        <pc:spChg chg="add mod">
          <ac:chgData name="Omaatla Gaolape Gabankile" userId="S::202600774@spu.ac.za::c2794dca-09dd-4006-a4b3-c74def7d1f19" providerId="AD" clId="Web-{38EBFC51-0FCF-1C5F-85AA-4A8CBA8D1128}" dt="2026-07-25T22:51:03.646" v="156" actId="1076"/>
          <ac:spMkLst>
            <pc:docMk/>
            <pc:sldMk cId="0" sldId="262"/>
            <ac:spMk id="20" creationId="{A9C81F94-162A-3236-CDB9-5AFC2E651FB2}"/>
          </ac:spMkLst>
        </pc:spChg>
        <pc:spChg chg="add del">
          <ac:chgData name="Omaatla Gaolape Gabankile" userId="S::202600774@spu.ac.za::c2794dca-09dd-4006-a4b3-c74def7d1f19" providerId="AD" clId="Web-{38EBFC51-0FCF-1C5F-85AA-4A8CBA8D1128}" dt="2026-07-25T22:49:58.894" v="149"/>
          <ac:spMkLst>
            <pc:docMk/>
            <pc:sldMk cId="0" sldId="262"/>
            <ac:spMk id="21" creationId="{5DEEC358-F43E-87A9-9F00-9A48A2E56166}"/>
          </ac:spMkLst>
        </pc:spChg>
        <pc:spChg chg="add del mod">
          <ac:chgData name="Omaatla Gaolape Gabankile" userId="S::202600774@spu.ac.za::c2794dca-09dd-4006-a4b3-c74def7d1f19" providerId="AD" clId="Web-{38EBFC51-0FCF-1C5F-85AA-4A8CBA8D1128}" dt="2026-07-25T22:51:33.647" v="168"/>
          <ac:spMkLst>
            <pc:docMk/>
            <pc:sldMk cId="0" sldId="262"/>
            <ac:spMk id="23" creationId="{39A110B2-1F10-C0CF-6FC2-202E66B7A7E3}"/>
          </ac:spMkLst>
        </pc:spChg>
        <pc:spChg chg="add mod">
          <ac:chgData name="Omaatla Gaolape Gabankile" userId="S::202600774@spu.ac.za::c2794dca-09dd-4006-a4b3-c74def7d1f19" providerId="AD" clId="Web-{38EBFC51-0FCF-1C5F-85AA-4A8CBA8D1128}" dt="2026-07-25T23:38:19.730" v="406" actId="20577"/>
          <ac:spMkLst>
            <pc:docMk/>
            <pc:sldMk cId="0" sldId="262"/>
            <ac:spMk id="60" creationId="{A2344253-2823-62F9-3077-B4572030F927}"/>
          </ac:spMkLst>
        </pc:spChg>
        <pc:spChg chg="add mod">
          <ac:chgData name="Omaatla Gaolape Gabankile" userId="S::202600774@spu.ac.za::c2794dca-09dd-4006-a4b3-c74def7d1f19" providerId="AD" clId="Web-{38EBFC51-0FCF-1C5F-85AA-4A8CBA8D1128}" dt="2026-07-25T22:54:33.200" v="248" actId="20577"/>
          <ac:spMkLst>
            <pc:docMk/>
            <pc:sldMk cId="0" sldId="262"/>
            <ac:spMk id="62" creationId="{567E3CFB-E636-E5B3-E8D1-2FE040F193A8}"/>
          </ac:spMkLst>
        </pc:spChg>
        <pc:grpChg chg="add mod">
          <ac:chgData name="Omaatla Gaolape Gabankile" userId="S::202600774@spu.ac.za::c2794dca-09dd-4006-a4b3-c74def7d1f19" providerId="AD" clId="Web-{38EBFC51-0FCF-1C5F-85AA-4A8CBA8D1128}" dt="2026-07-25T22:48:42.735" v="143" actId="1076"/>
          <ac:grpSpMkLst>
            <pc:docMk/>
            <pc:sldMk cId="0" sldId="262"/>
            <ac:grpSpMk id="13" creationId="{6CAE9671-8D28-CC5E-4D41-0B83A04C4794}"/>
          </ac:grpSpMkLst>
        </pc:grpChg>
        <pc:grpChg chg="mod">
          <ac:chgData name="Omaatla Gaolape Gabankile" userId="S::202600774@spu.ac.za::c2794dca-09dd-4006-a4b3-c74def7d1f19" providerId="AD" clId="Web-{38EBFC51-0FCF-1C5F-85AA-4A8CBA8D1128}" dt="2026-07-25T22:49:25.142" v="146" actId="1076"/>
          <ac:grpSpMkLst>
            <pc:docMk/>
            <pc:sldMk cId="0" sldId="262"/>
            <ac:grpSpMk id="57" creationId="{02489243-3704-FDD0-BA78-3353BD79C6AA}"/>
          </ac:grpSpMkLst>
        </pc:grpChg>
        <pc:cxnChg chg="add mod">
          <ac:chgData name="Omaatla Gaolape Gabankile" userId="S::202600774@spu.ac.za::c2794dca-09dd-4006-a4b3-c74def7d1f19" providerId="AD" clId="Web-{38EBFC51-0FCF-1C5F-85AA-4A8CBA8D1128}" dt="2026-07-25T22:56:40.485" v="256" actId="14100"/>
          <ac:cxnSpMkLst>
            <pc:docMk/>
            <pc:sldMk cId="0" sldId="262"/>
            <ac:cxnSpMk id="63" creationId="{0C6B33B7-2562-1E2B-AD5B-A179C1F5A997}"/>
          </ac:cxnSpMkLst>
        </pc:cxnChg>
        <pc:cxnChg chg="add mod">
          <ac:chgData name="Omaatla Gaolape Gabankile" userId="S::202600774@spu.ac.za::c2794dca-09dd-4006-a4b3-c74def7d1f19" providerId="AD" clId="Web-{38EBFC51-0FCF-1C5F-85AA-4A8CBA8D1128}" dt="2026-07-25T22:57:05.893" v="258"/>
          <ac:cxnSpMkLst>
            <pc:docMk/>
            <pc:sldMk cId="0" sldId="262"/>
            <ac:cxnSpMk id="64" creationId="{641A3D6D-2FBC-1393-9A18-104D2278BC8C}"/>
          </ac:cxnSpMkLst>
        </pc:cxnChg>
        <pc:cxnChg chg="add mod">
          <ac:chgData name="Omaatla Gaolape Gabankile" userId="S::202600774@spu.ac.za::c2794dca-09dd-4006-a4b3-c74def7d1f19" providerId="AD" clId="Web-{38EBFC51-0FCF-1C5F-85AA-4A8CBA8D1128}" dt="2026-07-25T22:59:24.288" v="273" actId="1076"/>
          <ac:cxnSpMkLst>
            <pc:docMk/>
            <pc:sldMk cId="0" sldId="262"/>
            <ac:cxnSpMk id="65" creationId="{DB4EDCE0-D300-22E1-B286-9D2D57BE0F43}"/>
          </ac:cxnSpMkLst>
        </pc:cxnChg>
        <pc:cxnChg chg="add del">
          <ac:chgData name="Omaatla Gaolape Gabankile" userId="S::202600774@spu.ac.za::c2794dca-09dd-4006-a4b3-c74def7d1f19" providerId="AD" clId="Web-{38EBFC51-0FCF-1C5F-85AA-4A8CBA8D1128}" dt="2026-07-25T22:57:58.535" v="262"/>
          <ac:cxnSpMkLst>
            <pc:docMk/>
            <pc:sldMk cId="0" sldId="262"/>
            <ac:cxnSpMk id="66" creationId="{DC4EB317-B175-73D6-F207-0DE7E962F4F0}"/>
          </ac:cxnSpMkLst>
        </pc:cxnChg>
        <pc:cxnChg chg="add mod">
          <ac:chgData name="Omaatla Gaolape Gabankile" userId="S::202600774@spu.ac.za::c2794dca-09dd-4006-a4b3-c74def7d1f19" providerId="AD" clId="Web-{38EBFC51-0FCF-1C5F-85AA-4A8CBA8D1128}" dt="2026-07-25T22:59:00.990" v="270" actId="14100"/>
          <ac:cxnSpMkLst>
            <pc:docMk/>
            <pc:sldMk cId="0" sldId="262"/>
            <ac:cxnSpMk id="67" creationId="{E91F948C-7DA8-1327-C997-108D8EA25FD3}"/>
          </ac:cxnSpMkLst>
        </pc:cxnChg>
        <pc:cxnChg chg="add mod">
          <ac:chgData name="Omaatla Gaolape Gabankile" userId="S::202600774@spu.ac.za::c2794dca-09dd-4006-a4b3-c74def7d1f19" providerId="AD" clId="Web-{38EBFC51-0FCF-1C5F-85AA-4A8CBA8D1128}" dt="2026-07-25T22:59:47.648" v="275"/>
          <ac:cxnSpMkLst>
            <pc:docMk/>
            <pc:sldMk cId="0" sldId="262"/>
            <ac:cxnSpMk id="68" creationId="{646F9376-FF95-4403-2D03-149B0AAB7A7E}"/>
          </ac:cxnSpMkLst>
        </pc:cxnChg>
      </pc:sldChg>
      <pc:sldChg chg="delSp">
        <pc:chgData name="Omaatla Gaolape Gabankile" userId="S::202600774@spu.ac.za::c2794dca-09dd-4006-a4b3-c74def7d1f19" providerId="AD" clId="Web-{38EBFC51-0FCF-1C5F-85AA-4A8CBA8D1128}" dt="2026-07-26T01:32:24.856" v="678"/>
        <pc:sldMkLst>
          <pc:docMk/>
          <pc:sldMk cId="1418584248" sldId="266"/>
        </pc:sldMkLst>
        <pc:grpChg chg="del">
          <ac:chgData name="Omaatla Gaolape Gabankile" userId="S::202600774@spu.ac.za::c2794dca-09dd-4006-a4b3-c74def7d1f19" providerId="AD" clId="Web-{38EBFC51-0FCF-1C5F-85AA-4A8CBA8D1128}" dt="2026-07-26T01:32:24.856" v="678"/>
          <ac:grpSpMkLst>
            <pc:docMk/>
            <pc:sldMk cId="1418584248" sldId="266"/>
            <ac:grpSpMk id="25" creationId="{8FAC28C5-F371-0AFA-6A42-44C1809FF49D}"/>
          </ac:grpSpMkLst>
        </pc:grpChg>
      </pc:sldChg>
      <pc:sldChg chg="delSp modSp">
        <pc:chgData name="Omaatla Gaolape Gabankile" userId="S::202600774@spu.ac.za::c2794dca-09dd-4006-a4b3-c74def7d1f19" providerId="AD" clId="Web-{38EBFC51-0FCF-1C5F-85AA-4A8CBA8D1128}" dt="2026-07-25T23:02:25.750" v="303" actId="20577"/>
        <pc:sldMkLst>
          <pc:docMk/>
          <pc:sldMk cId="1759081082" sldId="269"/>
        </pc:sldMkLst>
        <pc:spChg chg="mod">
          <ac:chgData name="Omaatla Gaolape Gabankile" userId="S::202600774@spu.ac.za::c2794dca-09dd-4006-a4b3-c74def7d1f19" providerId="AD" clId="Web-{38EBFC51-0FCF-1C5F-85AA-4A8CBA8D1128}" dt="2026-07-25T23:02:01.437" v="296" actId="20577"/>
          <ac:spMkLst>
            <pc:docMk/>
            <pc:sldMk cId="1759081082" sldId="269"/>
            <ac:spMk id="15" creationId="{AE528FEC-0DB9-5185-85CF-4E55552FD017}"/>
          </ac:spMkLst>
        </pc:spChg>
        <pc:spChg chg="del mod">
          <ac:chgData name="Omaatla Gaolape Gabankile" userId="S::202600774@spu.ac.za::c2794dca-09dd-4006-a4b3-c74def7d1f19" providerId="AD" clId="Web-{38EBFC51-0FCF-1C5F-85AA-4A8CBA8D1128}" dt="2026-07-25T23:02:16.390" v="300"/>
          <ac:spMkLst>
            <pc:docMk/>
            <pc:sldMk cId="1759081082" sldId="269"/>
            <ac:spMk id="20" creationId="{CD09642A-EB34-8C75-D122-6199C918A5FC}"/>
          </ac:spMkLst>
        </pc:spChg>
        <pc:spChg chg="mod">
          <ac:chgData name="Omaatla Gaolape Gabankile" userId="S::202600774@spu.ac.za::c2794dca-09dd-4006-a4b3-c74def7d1f19" providerId="AD" clId="Web-{38EBFC51-0FCF-1C5F-85AA-4A8CBA8D1128}" dt="2026-07-25T23:02:25.750" v="303" actId="20577"/>
          <ac:spMkLst>
            <pc:docMk/>
            <pc:sldMk cId="1759081082" sldId="269"/>
            <ac:spMk id="23" creationId="{4406E372-D024-66D0-E905-9265BD770F92}"/>
          </ac:spMkLst>
        </pc:spChg>
      </pc:sldChg>
      <pc:sldChg chg="addSp delSp modSp">
        <pc:chgData name="Omaatla Gaolape Gabankile" userId="S::202600774@spu.ac.za::c2794dca-09dd-4006-a4b3-c74def7d1f19" providerId="AD" clId="Web-{38EBFC51-0FCF-1C5F-85AA-4A8CBA8D1128}" dt="2026-07-26T00:21:32.894" v="573" actId="20577"/>
        <pc:sldMkLst>
          <pc:docMk/>
          <pc:sldMk cId="1807264335" sldId="270"/>
        </pc:sldMkLst>
        <pc:spChg chg="add del mod">
          <ac:chgData name="Omaatla Gaolape Gabankile" userId="S::202600774@spu.ac.za::c2794dca-09dd-4006-a4b3-c74def7d1f19" providerId="AD" clId="Web-{38EBFC51-0FCF-1C5F-85AA-4A8CBA8D1128}" dt="2026-07-26T00:17:21.698" v="551"/>
          <ac:spMkLst>
            <pc:docMk/>
            <pc:sldMk cId="1807264335" sldId="270"/>
            <ac:spMk id="3" creationId="{6591E791-8AA0-57E2-4800-FED8F5A05438}"/>
          </ac:spMkLst>
        </pc:spChg>
        <pc:spChg chg="mod">
          <ac:chgData name="Omaatla Gaolape Gabankile" userId="S::202600774@spu.ac.za::c2794dca-09dd-4006-a4b3-c74def7d1f19" providerId="AD" clId="Web-{38EBFC51-0FCF-1C5F-85AA-4A8CBA8D1128}" dt="2026-07-25T22:38:30.931" v="86" actId="1076"/>
          <ac:spMkLst>
            <pc:docMk/>
            <pc:sldMk cId="1807264335" sldId="270"/>
            <ac:spMk id="5" creationId="{6639C253-7C72-4862-688F-42D3451DE73F}"/>
          </ac:spMkLst>
        </pc:spChg>
        <pc:spChg chg="add mod">
          <ac:chgData name="Omaatla Gaolape Gabankile" userId="S::202600774@spu.ac.za::c2794dca-09dd-4006-a4b3-c74def7d1f19" providerId="AD" clId="Web-{38EBFC51-0FCF-1C5F-85AA-4A8CBA8D1128}" dt="2026-07-26T00:21:32.894" v="573" actId="20577"/>
          <ac:spMkLst>
            <pc:docMk/>
            <pc:sldMk cId="1807264335" sldId="270"/>
            <ac:spMk id="6" creationId="{0FD2953E-E190-038A-8EBA-A4622028C920}"/>
          </ac:spMkLst>
        </pc:spChg>
        <pc:picChg chg="mod modCrop">
          <ac:chgData name="Omaatla Gaolape Gabankile" userId="S::202600774@spu.ac.za::c2794dca-09dd-4006-a4b3-c74def7d1f19" providerId="AD" clId="Web-{38EBFC51-0FCF-1C5F-85AA-4A8CBA8D1128}" dt="2026-07-25T22:33:04.898" v="31" actId="1076"/>
          <ac:picMkLst>
            <pc:docMk/>
            <pc:sldMk cId="1807264335" sldId="270"/>
            <ac:picMk id="4" creationId="{782CEC1D-CB48-C5C1-CCE4-690EEAD4DDCD}"/>
          </ac:picMkLst>
        </pc:picChg>
      </pc:sldChg>
      <pc:sldChg chg="addSp modSp">
        <pc:chgData name="Omaatla Gaolape Gabankile" userId="S::202600774@spu.ac.za::c2794dca-09dd-4006-a4b3-c74def7d1f19" providerId="AD" clId="Web-{38EBFC51-0FCF-1C5F-85AA-4A8CBA8D1128}" dt="2026-07-26T00:14:53.317" v="547" actId="20577"/>
        <pc:sldMkLst>
          <pc:docMk/>
          <pc:sldMk cId="3998568922" sldId="271"/>
        </pc:sldMkLst>
        <pc:spChg chg="add mod">
          <ac:chgData name="Omaatla Gaolape Gabankile" userId="S::202600774@spu.ac.za::c2794dca-09dd-4006-a4b3-c74def7d1f19" providerId="AD" clId="Web-{38EBFC51-0FCF-1C5F-85AA-4A8CBA8D1128}" dt="2026-07-26T00:14:53.317" v="547" actId="20577"/>
          <ac:spMkLst>
            <pc:docMk/>
            <pc:sldMk cId="3998568922" sldId="271"/>
            <ac:spMk id="3" creationId="{96023B33-9C26-5E49-4908-40AA3FBE2AE2}"/>
          </ac:spMkLst>
        </pc:spChg>
        <pc:spChg chg="mod">
          <ac:chgData name="Omaatla Gaolape Gabankile" userId="S::202600774@spu.ac.za::c2794dca-09dd-4006-a4b3-c74def7d1f19" providerId="AD" clId="Web-{38EBFC51-0FCF-1C5F-85AA-4A8CBA8D1128}" dt="2026-07-25T22:31:39.161" v="23" actId="14100"/>
          <ac:spMkLst>
            <pc:docMk/>
            <pc:sldMk cId="3998568922" sldId="271"/>
            <ac:spMk id="6" creationId="{D609CF22-B3AB-7B87-C7FF-ABFF76AEC07E}"/>
          </ac:spMkLst>
        </pc:spChg>
        <pc:picChg chg="mod modCrop">
          <ac:chgData name="Omaatla Gaolape Gabankile" userId="S::202600774@spu.ac.za::c2794dca-09dd-4006-a4b3-c74def7d1f19" providerId="AD" clId="Web-{38EBFC51-0FCF-1C5F-85AA-4A8CBA8D1128}" dt="2026-07-26T00:09:29.927" v="512" actId="14100"/>
          <ac:picMkLst>
            <pc:docMk/>
            <pc:sldMk cId="3998568922" sldId="271"/>
            <ac:picMk id="4" creationId="{A6B707A6-7B6D-C727-3020-972C47B93955}"/>
          </ac:picMkLst>
        </pc:picChg>
      </pc:sldChg>
      <pc:sldChg chg="addSp modSp">
        <pc:chgData name="Omaatla Gaolape Gabankile" userId="S::202600774@spu.ac.za::c2794dca-09dd-4006-a4b3-c74def7d1f19" providerId="AD" clId="Web-{38EBFC51-0FCF-1C5F-85AA-4A8CBA8D1128}" dt="2026-07-26T00:19:05.076" v="564" actId="20577"/>
        <pc:sldMkLst>
          <pc:docMk/>
          <pc:sldMk cId="483639714" sldId="272"/>
        </pc:sldMkLst>
        <pc:spChg chg="add mod">
          <ac:chgData name="Omaatla Gaolape Gabankile" userId="S::202600774@spu.ac.za::c2794dca-09dd-4006-a4b3-c74def7d1f19" providerId="AD" clId="Web-{38EBFC51-0FCF-1C5F-85AA-4A8CBA8D1128}" dt="2026-07-25T22:36:45.190" v="54" actId="14100"/>
          <ac:spMkLst>
            <pc:docMk/>
            <pc:sldMk cId="483639714" sldId="272"/>
            <ac:spMk id="5" creationId="{FDAE605C-0716-4695-2BF3-6CF8071960B5}"/>
          </ac:spMkLst>
        </pc:spChg>
        <pc:spChg chg="add mod">
          <ac:chgData name="Omaatla Gaolape Gabankile" userId="S::202600774@spu.ac.za::c2794dca-09dd-4006-a4b3-c74def7d1f19" providerId="AD" clId="Web-{38EBFC51-0FCF-1C5F-85AA-4A8CBA8D1128}" dt="2026-07-26T00:19:05.076" v="564" actId="20577"/>
          <ac:spMkLst>
            <pc:docMk/>
            <pc:sldMk cId="483639714" sldId="272"/>
            <ac:spMk id="6" creationId="{40FB7485-08D7-26D0-FB10-09A328CAB506}"/>
          </ac:spMkLst>
        </pc:spChg>
        <pc:spChg chg="mod">
          <ac:chgData name="Omaatla Gaolape Gabankile" userId="S::202600774@spu.ac.za::c2794dca-09dd-4006-a4b3-c74def7d1f19" providerId="AD" clId="Web-{38EBFC51-0FCF-1C5F-85AA-4A8CBA8D1128}" dt="2026-07-25T22:36:49.346" v="55" actId="1076"/>
          <ac:spMkLst>
            <pc:docMk/>
            <pc:sldMk cId="483639714" sldId="272"/>
            <ac:spMk id="9" creationId="{46461A6A-937E-8944-F4A9-D5B87EA68F57}"/>
          </ac:spMkLst>
        </pc:spChg>
        <pc:picChg chg="mod modCrop">
          <ac:chgData name="Omaatla Gaolape Gabankile" userId="S::202600774@spu.ac.za::c2794dca-09dd-4006-a4b3-c74def7d1f19" providerId="AD" clId="Web-{38EBFC51-0FCF-1C5F-85AA-4A8CBA8D1128}" dt="2026-07-26T00:18:02.136" v="555" actId="14100"/>
          <ac:picMkLst>
            <pc:docMk/>
            <pc:sldMk cId="483639714" sldId="272"/>
            <ac:picMk id="3" creationId="{C03C2780-FA8F-545B-C86A-6739C5063617}"/>
          </ac:picMkLst>
        </pc:picChg>
      </pc:sldChg>
      <pc:sldChg chg="addSp modSp">
        <pc:chgData name="Omaatla Gaolape Gabankile" userId="S::202600774@spu.ac.za::c2794dca-09dd-4006-a4b3-c74def7d1f19" providerId="AD" clId="Web-{38EBFC51-0FCF-1C5F-85AA-4A8CBA8D1128}" dt="2026-07-26T00:17:44.011" v="554" actId="1076"/>
        <pc:sldMkLst>
          <pc:docMk/>
          <pc:sldMk cId="1680682787" sldId="273"/>
        </pc:sldMkLst>
        <pc:spChg chg="add mod">
          <ac:chgData name="Omaatla Gaolape Gabankile" userId="S::202600774@spu.ac.za::c2794dca-09dd-4006-a4b3-c74def7d1f19" providerId="AD" clId="Web-{38EBFC51-0FCF-1C5F-85AA-4A8CBA8D1128}" dt="2026-07-25T22:37:46.554" v="64" actId="14100"/>
          <ac:spMkLst>
            <pc:docMk/>
            <pc:sldMk cId="1680682787" sldId="273"/>
            <ac:spMk id="5" creationId="{E51548E2-B3EE-E83C-23F0-B6BD454CA09C}"/>
          </ac:spMkLst>
        </pc:spChg>
        <pc:spChg chg="add mod">
          <ac:chgData name="Omaatla Gaolape Gabankile" userId="S::202600774@spu.ac.za::c2794dca-09dd-4006-a4b3-c74def7d1f19" providerId="AD" clId="Web-{38EBFC51-0FCF-1C5F-85AA-4A8CBA8D1128}" dt="2026-07-26T00:17:44.011" v="554" actId="1076"/>
          <ac:spMkLst>
            <pc:docMk/>
            <pc:sldMk cId="1680682787" sldId="273"/>
            <ac:spMk id="6" creationId="{6591E791-8AA0-57E2-4800-FED8F5A05438}"/>
          </ac:spMkLst>
        </pc:spChg>
        <pc:picChg chg="mod modCrop">
          <ac:chgData name="Omaatla Gaolape Gabankile" userId="S::202600774@spu.ac.za::c2794dca-09dd-4006-a4b3-c74def7d1f19" providerId="AD" clId="Web-{38EBFC51-0FCF-1C5F-85AA-4A8CBA8D1128}" dt="2026-07-26T00:16:23.836" v="550" actId="14100"/>
          <ac:picMkLst>
            <pc:docMk/>
            <pc:sldMk cId="1680682787" sldId="273"/>
            <ac:picMk id="3" creationId="{F081281E-345C-349F-2EE9-7F638A03174E}"/>
          </ac:picMkLst>
        </pc:picChg>
      </pc:sldChg>
      <pc:sldChg chg="modSp">
        <pc:chgData name="Omaatla Gaolape Gabankile" userId="S::202600774@spu.ac.za::c2794dca-09dd-4006-a4b3-c74def7d1f19" providerId="AD" clId="Web-{38EBFC51-0FCF-1C5F-85AA-4A8CBA8D1128}" dt="2026-07-26T01:38:26.996" v="680" actId="14100"/>
        <pc:sldMkLst>
          <pc:docMk/>
          <pc:sldMk cId="1854825920" sldId="274"/>
        </pc:sldMkLst>
        <pc:picChg chg="mod">
          <ac:chgData name="Omaatla Gaolape Gabankile" userId="S::202600774@spu.ac.za::c2794dca-09dd-4006-a4b3-c74def7d1f19" providerId="AD" clId="Web-{38EBFC51-0FCF-1C5F-85AA-4A8CBA8D1128}" dt="2026-07-26T01:38:26.996" v="680" actId="14100"/>
          <ac:picMkLst>
            <pc:docMk/>
            <pc:sldMk cId="1854825920" sldId="274"/>
            <ac:picMk id="4" creationId="{D0D9CF29-D1D0-8D56-1085-A4BD93F84B23}"/>
          </ac:picMkLst>
        </pc:picChg>
      </pc:sldChg>
      <pc:sldChg chg="modSp">
        <pc:chgData name="Omaatla Gaolape Gabankile" userId="S::202600774@spu.ac.za::c2794dca-09dd-4006-a4b3-c74def7d1f19" providerId="AD" clId="Web-{38EBFC51-0FCF-1C5F-85AA-4A8CBA8D1128}" dt="2026-07-26T01:39:41.843" v="681" actId="14100"/>
        <pc:sldMkLst>
          <pc:docMk/>
          <pc:sldMk cId="4290470424" sldId="275"/>
        </pc:sldMkLst>
        <pc:picChg chg="mod">
          <ac:chgData name="Omaatla Gaolape Gabankile" userId="S::202600774@spu.ac.za::c2794dca-09dd-4006-a4b3-c74def7d1f19" providerId="AD" clId="Web-{38EBFC51-0FCF-1C5F-85AA-4A8CBA8D1128}" dt="2026-07-26T01:39:41.843" v="681" actId="14100"/>
          <ac:picMkLst>
            <pc:docMk/>
            <pc:sldMk cId="4290470424" sldId="275"/>
            <ac:picMk id="4" creationId="{8898413C-DB6A-89A1-3682-A1CFE48A2F90}"/>
          </ac:picMkLst>
        </pc:picChg>
      </pc:sldChg>
      <pc:sldChg chg="modSp">
        <pc:chgData name="Omaatla Gaolape Gabankile" userId="S::202600774@spu.ac.za::c2794dca-09dd-4006-a4b3-c74def7d1f19" providerId="AD" clId="Web-{38EBFC51-0FCF-1C5F-85AA-4A8CBA8D1128}" dt="2026-07-25T22:44:24.882" v="95" actId="14100"/>
        <pc:sldMkLst>
          <pc:docMk/>
          <pc:sldMk cId="3189065840" sldId="276"/>
        </pc:sldMkLst>
        <pc:picChg chg="mod">
          <ac:chgData name="Omaatla Gaolape Gabankile" userId="S::202600774@spu.ac.za::c2794dca-09dd-4006-a4b3-c74def7d1f19" providerId="AD" clId="Web-{38EBFC51-0FCF-1C5F-85AA-4A8CBA8D1128}" dt="2026-07-25T22:44:24.882" v="95" actId="14100"/>
          <ac:picMkLst>
            <pc:docMk/>
            <pc:sldMk cId="3189065840" sldId="276"/>
            <ac:picMk id="3" creationId="{9E1C49D9-61EA-E443-7D87-C600220FCF01}"/>
          </ac:picMkLst>
        </pc:picChg>
        <pc:picChg chg="mod">
          <ac:chgData name="Omaatla Gaolape Gabankile" userId="S::202600774@spu.ac.za::c2794dca-09dd-4006-a4b3-c74def7d1f19" providerId="AD" clId="Web-{38EBFC51-0FCF-1C5F-85AA-4A8CBA8D1128}" dt="2026-07-25T22:44:17.710" v="93" actId="14100"/>
          <ac:picMkLst>
            <pc:docMk/>
            <pc:sldMk cId="3189065840" sldId="276"/>
            <ac:picMk id="5" creationId="{7768B497-1728-AEF5-1E53-6C39D84E73DD}"/>
          </ac:picMkLst>
        </pc:picChg>
      </pc:sldChg>
      <pc:sldChg chg="modSp">
        <pc:chgData name="Omaatla Gaolape Gabankile" userId="S::202600774@spu.ac.za::c2794dca-09dd-4006-a4b3-c74def7d1f19" providerId="AD" clId="Web-{38EBFC51-0FCF-1C5F-85AA-4A8CBA8D1128}" dt="2026-07-25T22:44:45.508" v="100" actId="14100"/>
        <pc:sldMkLst>
          <pc:docMk/>
          <pc:sldMk cId="3105794879" sldId="277"/>
        </pc:sldMkLst>
        <pc:picChg chg="mod">
          <ac:chgData name="Omaatla Gaolape Gabankile" userId="S::202600774@spu.ac.za::c2794dca-09dd-4006-a4b3-c74def7d1f19" providerId="AD" clId="Web-{38EBFC51-0FCF-1C5F-85AA-4A8CBA8D1128}" dt="2026-07-25T22:44:45.508" v="100" actId="14100"/>
          <ac:picMkLst>
            <pc:docMk/>
            <pc:sldMk cId="3105794879" sldId="277"/>
            <ac:picMk id="4" creationId="{AA998B8A-EEF7-8B57-5335-1F33C467800F}"/>
          </ac:picMkLst>
        </pc:picChg>
        <pc:picChg chg="mod">
          <ac:chgData name="Omaatla Gaolape Gabankile" userId="S::202600774@spu.ac.za::c2794dca-09dd-4006-a4b3-c74def7d1f19" providerId="AD" clId="Web-{38EBFC51-0FCF-1C5F-85AA-4A8CBA8D1128}" dt="2026-07-25T22:44:33.679" v="97" actId="14100"/>
          <ac:picMkLst>
            <pc:docMk/>
            <pc:sldMk cId="3105794879" sldId="277"/>
            <ac:picMk id="6" creationId="{8B03B0D6-BD72-0EC7-3A76-E463D859E0B3}"/>
          </ac:picMkLst>
        </pc:picChg>
      </pc:sldChg>
      <pc:sldChg chg="modSp">
        <pc:chgData name="Omaatla Gaolape Gabankile" userId="S::202600774@spu.ac.za::c2794dca-09dd-4006-a4b3-c74def7d1f19" providerId="AD" clId="Web-{38EBFC51-0FCF-1C5F-85AA-4A8CBA8D1128}" dt="2026-07-25T22:45:00.915" v="102" actId="14100"/>
        <pc:sldMkLst>
          <pc:docMk/>
          <pc:sldMk cId="3907368361" sldId="278"/>
        </pc:sldMkLst>
        <pc:picChg chg="mod">
          <ac:chgData name="Omaatla Gaolape Gabankile" userId="S::202600774@spu.ac.za::c2794dca-09dd-4006-a4b3-c74def7d1f19" providerId="AD" clId="Web-{38EBFC51-0FCF-1C5F-85AA-4A8CBA8D1128}" dt="2026-07-25T22:45:00.915" v="102" actId="14100"/>
          <ac:picMkLst>
            <pc:docMk/>
            <pc:sldMk cId="3907368361" sldId="278"/>
            <ac:picMk id="3" creationId="{92092105-B3A6-1BCB-223B-8C4D47849EB4}"/>
          </ac:picMkLst>
        </pc:picChg>
        <pc:picChg chg="mod">
          <ac:chgData name="Omaatla Gaolape Gabankile" userId="S::202600774@spu.ac.za::c2794dca-09dd-4006-a4b3-c74def7d1f19" providerId="AD" clId="Web-{38EBFC51-0FCF-1C5F-85AA-4A8CBA8D1128}" dt="2026-07-25T22:44:53.821" v="101" actId="14100"/>
          <ac:picMkLst>
            <pc:docMk/>
            <pc:sldMk cId="3907368361" sldId="278"/>
            <ac:picMk id="5" creationId="{22AE5255-7097-B9B1-E719-6E254ACEDE52}"/>
          </ac:picMkLst>
        </pc:picChg>
      </pc:sldChg>
      <pc:sldChg chg="modSp">
        <pc:chgData name="Omaatla Gaolape Gabankile" userId="S::202600774@spu.ac.za::c2794dca-09dd-4006-a4b3-c74def7d1f19" providerId="AD" clId="Web-{38EBFC51-0FCF-1C5F-85AA-4A8CBA8D1128}" dt="2026-07-25T22:45:41.291" v="106" actId="14100"/>
        <pc:sldMkLst>
          <pc:docMk/>
          <pc:sldMk cId="4056392174" sldId="279"/>
        </pc:sldMkLst>
        <pc:picChg chg="mod">
          <ac:chgData name="Omaatla Gaolape Gabankile" userId="S::202600774@spu.ac.za::c2794dca-09dd-4006-a4b3-c74def7d1f19" providerId="AD" clId="Web-{38EBFC51-0FCF-1C5F-85AA-4A8CBA8D1128}" dt="2026-07-25T22:45:33.884" v="105" actId="14100"/>
          <ac:picMkLst>
            <pc:docMk/>
            <pc:sldMk cId="4056392174" sldId="279"/>
            <ac:picMk id="4" creationId="{D37EF685-2A4F-AC71-5A56-D53130625A42}"/>
          </ac:picMkLst>
        </pc:picChg>
        <pc:picChg chg="mod">
          <ac:chgData name="Omaatla Gaolape Gabankile" userId="S::202600774@spu.ac.za::c2794dca-09dd-4006-a4b3-c74def7d1f19" providerId="AD" clId="Web-{38EBFC51-0FCF-1C5F-85AA-4A8CBA8D1128}" dt="2026-07-25T22:45:41.291" v="106" actId="14100"/>
          <ac:picMkLst>
            <pc:docMk/>
            <pc:sldMk cId="4056392174" sldId="279"/>
            <ac:picMk id="6" creationId="{4878A186-2E61-16EE-6FBD-65D02BB22709}"/>
          </ac:picMkLst>
        </pc:picChg>
      </pc:sldChg>
      <pc:sldChg chg="modSp">
        <pc:chgData name="Omaatla Gaolape Gabankile" userId="S::202600774@spu.ac.za::c2794dca-09dd-4006-a4b3-c74def7d1f19" providerId="AD" clId="Web-{38EBFC51-0FCF-1C5F-85AA-4A8CBA8D1128}" dt="2026-07-25T23:02:58.548" v="323" actId="20577"/>
        <pc:sldMkLst>
          <pc:docMk/>
          <pc:sldMk cId="2146186516" sldId="280"/>
        </pc:sldMkLst>
        <pc:spChg chg="mod">
          <ac:chgData name="Omaatla Gaolape Gabankile" userId="S::202600774@spu.ac.za::c2794dca-09dd-4006-a4b3-c74def7d1f19" providerId="AD" clId="Web-{38EBFC51-0FCF-1C5F-85AA-4A8CBA8D1128}" dt="2026-07-25T23:02:58.548" v="323" actId="20577"/>
          <ac:spMkLst>
            <pc:docMk/>
            <pc:sldMk cId="2146186516" sldId="280"/>
            <ac:spMk id="30" creationId="{971C8C6B-04CA-D8EA-F19D-868538B92D83}"/>
          </ac:spMkLst>
        </pc:spChg>
      </pc:sldChg>
      <pc:sldChg chg="modSp add replId">
        <pc:chgData name="Omaatla Gaolape Gabankile" userId="S::202600774@spu.ac.za::c2794dca-09dd-4006-a4b3-c74def7d1f19" providerId="AD" clId="Web-{38EBFC51-0FCF-1C5F-85AA-4A8CBA8D1128}" dt="2026-07-26T00:44:55.462" v="575" actId="20577"/>
        <pc:sldMkLst>
          <pc:docMk/>
          <pc:sldMk cId="627867113" sldId="281"/>
        </pc:sldMkLst>
        <pc:spChg chg="mod">
          <ac:chgData name="Omaatla Gaolape Gabankile" userId="S::202600774@spu.ac.za::c2794dca-09dd-4006-a4b3-c74def7d1f19" providerId="AD" clId="Web-{38EBFC51-0FCF-1C5F-85AA-4A8CBA8D1128}" dt="2026-07-26T00:44:55.462" v="575" actId="20577"/>
          <ac:spMkLst>
            <pc:docMk/>
            <pc:sldMk cId="627867113" sldId="281"/>
            <ac:spMk id="30" creationId="{8B2460E0-6CB6-B491-0EA3-09CA02694414}"/>
          </ac:spMkLst>
        </pc:spChg>
      </pc:sldChg>
      <pc:sldChg chg="addSp delSp modSp add replId">
        <pc:chgData name="Omaatla Gaolape Gabankile" userId="S::202600774@spu.ac.za::c2794dca-09dd-4006-a4b3-c74def7d1f19" providerId="AD" clId="Web-{38EBFC51-0FCF-1C5F-85AA-4A8CBA8D1128}" dt="2026-07-26T01:26:05.090" v="649" actId="14100"/>
        <pc:sldMkLst>
          <pc:docMk/>
          <pc:sldMk cId="3784041494" sldId="282"/>
        </pc:sldMkLst>
        <pc:spChg chg="mod">
          <ac:chgData name="Omaatla Gaolape Gabankile" userId="S::202600774@spu.ac.za::c2794dca-09dd-4006-a4b3-c74def7d1f19" providerId="AD" clId="Web-{38EBFC51-0FCF-1C5F-85AA-4A8CBA8D1128}" dt="2026-07-26T00:56:49.928" v="632" actId="20577"/>
          <ac:spMkLst>
            <pc:docMk/>
            <pc:sldMk cId="3784041494" sldId="282"/>
            <ac:spMk id="30" creationId="{5CFFC28C-DC37-4E51-D84D-3808158A2E6C}"/>
          </ac:spMkLst>
        </pc:spChg>
        <pc:grpChg chg="del">
          <ac:chgData name="Omaatla Gaolape Gabankile" userId="S::202600774@spu.ac.za::c2794dca-09dd-4006-a4b3-c74def7d1f19" providerId="AD" clId="Web-{38EBFC51-0FCF-1C5F-85AA-4A8CBA8D1128}" dt="2026-07-26T00:57:08.695" v="633"/>
          <ac:grpSpMkLst>
            <pc:docMk/>
            <pc:sldMk cId="3784041494" sldId="282"/>
            <ac:grpSpMk id="16" creationId="{FF6D0CDB-BCA0-8FF7-9479-550575384E0C}"/>
          </ac:grpSpMkLst>
        </pc:grpChg>
        <pc:picChg chg="add mod">
          <ac:chgData name="Omaatla Gaolape Gabankile" userId="S::202600774@spu.ac.za::c2794dca-09dd-4006-a4b3-c74def7d1f19" providerId="AD" clId="Web-{38EBFC51-0FCF-1C5F-85AA-4A8CBA8D1128}" dt="2026-07-26T01:25:49.668" v="647" actId="1076"/>
          <ac:picMkLst>
            <pc:docMk/>
            <pc:sldMk cId="3784041494" sldId="282"/>
            <ac:picMk id="2" creationId="{1219CACD-D185-48D6-06B3-69224D33E4E2}"/>
          </ac:picMkLst>
        </pc:picChg>
        <pc:picChg chg="add mod">
          <ac:chgData name="Omaatla Gaolape Gabankile" userId="S::202600774@spu.ac.za::c2794dca-09dd-4006-a4b3-c74def7d1f19" providerId="AD" clId="Web-{38EBFC51-0FCF-1C5F-85AA-4A8CBA8D1128}" dt="2026-07-26T01:26:05.090" v="649" actId="14100"/>
          <ac:picMkLst>
            <pc:docMk/>
            <pc:sldMk cId="3784041494" sldId="282"/>
            <ac:picMk id="3" creationId="{B43BE746-6693-8821-D2E5-16A146D145D1}"/>
          </ac:picMkLst>
        </pc:picChg>
      </pc:sldChg>
      <pc:sldChg chg="delSp modSp">
        <pc:chgData name="Omaatla Gaolape Gabankile" userId="S::202600774@spu.ac.za::c2794dca-09dd-4006-a4b3-c74def7d1f19" providerId="AD" clId="Web-{38EBFC51-0FCF-1C5F-85AA-4A8CBA8D1128}" dt="2026-07-26T03:10:44.156" v="684"/>
        <pc:sldMkLst>
          <pc:docMk/>
          <pc:sldMk cId="4134939468" sldId="283"/>
        </pc:sldMkLst>
        <pc:spChg chg="mod">
          <ac:chgData name="Omaatla Gaolape Gabankile" userId="S::202600774@spu.ac.za::c2794dca-09dd-4006-a4b3-c74def7d1f19" providerId="AD" clId="Web-{38EBFC51-0FCF-1C5F-85AA-4A8CBA8D1128}" dt="2026-07-26T03:09:41.825" v="683" actId="20577"/>
          <ac:spMkLst>
            <pc:docMk/>
            <pc:sldMk cId="4134939468" sldId="283"/>
            <ac:spMk id="3" creationId="{324B15EA-7E57-4338-9D91-9B557F092C29}"/>
          </ac:spMkLst>
        </pc:spChg>
        <pc:grpChg chg="del">
          <ac:chgData name="Omaatla Gaolape Gabankile" userId="S::202600774@spu.ac.za::c2794dca-09dd-4006-a4b3-c74def7d1f19" providerId="AD" clId="Web-{38EBFC51-0FCF-1C5F-85AA-4A8CBA8D1128}" dt="2026-07-26T03:10:44.156" v="684"/>
          <ac:grpSpMkLst>
            <pc:docMk/>
            <pc:sldMk cId="4134939468" sldId="283"/>
            <ac:grpSpMk id="16" creationId="{9765B6C9-48A9-5B7F-DA01-B74E630956FE}"/>
          </ac:grpSpMkLst>
        </pc:grpChg>
      </pc:sldChg>
      <pc:sldChg chg="addSp delSp modSp add replId">
        <pc:chgData name="Omaatla Gaolape Gabankile" userId="S::202600774@spu.ac.za::c2794dca-09dd-4006-a4b3-c74def7d1f19" providerId="AD" clId="Web-{38EBFC51-0FCF-1C5F-85AA-4A8CBA8D1128}" dt="2026-07-26T00:54:16.283" v="607" actId="1076"/>
        <pc:sldMkLst>
          <pc:docMk/>
          <pc:sldMk cId="3421855726" sldId="284"/>
        </pc:sldMkLst>
        <pc:spChg chg="add del mod">
          <ac:chgData name="Omaatla Gaolape Gabankile" userId="S::202600774@spu.ac.za::c2794dca-09dd-4006-a4b3-c74def7d1f19" providerId="AD" clId="Web-{38EBFC51-0FCF-1C5F-85AA-4A8CBA8D1128}" dt="2026-07-26T00:52:19.935" v="602"/>
          <ac:spMkLst>
            <pc:docMk/>
            <pc:sldMk cId="3421855726" sldId="284"/>
            <ac:spMk id="2" creationId="{AED0DFD3-D981-8AD3-C2F4-D0F64D425BEC}"/>
          </ac:spMkLst>
        </pc:spChg>
        <pc:spChg chg="mod">
          <ac:chgData name="Omaatla Gaolape Gabankile" userId="S::202600774@spu.ac.za::c2794dca-09dd-4006-a4b3-c74def7d1f19" providerId="AD" clId="Web-{38EBFC51-0FCF-1C5F-85AA-4A8CBA8D1128}" dt="2026-07-26T00:51:36.621" v="599" actId="20577"/>
          <ac:spMkLst>
            <pc:docMk/>
            <pc:sldMk cId="3421855726" sldId="284"/>
            <ac:spMk id="30" creationId="{AFC54C7D-AC3D-45D2-29F6-5E53451D3365}"/>
          </ac:spMkLst>
        </pc:spChg>
        <pc:picChg chg="add mod">
          <ac:chgData name="Omaatla Gaolape Gabankile" userId="S::202600774@spu.ac.za::c2794dca-09dd-4006-a4b3-c74def7d1f19" providerId="AD" clId="Web-{38EBFC51-0FCF-1C5F-85AA-4A8CBA8D1128}" dt="2026-07-26T00:54:16.283" v="607" actId="1076"/>
          <ac:picMkLst>
            <pc:docMk/>
            <pc:sldMk cId="3421855726" sldId="284"/>
            <ac:picMk id="3" creationId="{D4D3597E-5D6A-637F-60FD-0EAF32D481A4}"/>
          </ac:picMkLst>
        </pc:picChg>
      </pc:sldChg>
      <pc:sldChg chg="addSp delSp modSp add replId">
        <pc:chgData name="Omaatla Gaolape Gabankile" userId="S::202600774@spu.ac.za::c2794dca-09dd-4006-a4b3-c74def7d1f19" providerId="AD" clId="Web-{38EBFC51-0FCF-1C5F-85AA-4A8CBA8D1128}" dt="2026-07-26T01:31:21.150" v="677" actId="14100"/>
        <pc:sldMkLst>
          <pc:docMk/>
          <pc:sldMk cId="337259950" sldId="285"/>
        </pc:sldMkLst>
        <pc:spChg chg="mod">
          <ac:chgData name="Omaatla Gaolape Gabankile" userId="S::202600774@spu.ac.za::c2794dca-09dd-4006-a4b3-c74def7d1f19" providerId="AD" clId="Web-{38EBFC51-0FCF-1C5F-85AA-4A8CBA8D1128}" dt="2026-07-26T01:29:19.989" v="674" actId="20577"/>
          <ac:spMkLst>
            <pc:docMk/>
            <pc:sldMk cId="337259950" sldId="285"/>
            <ac:spMk id="30" creationId="{3769D673-F311-557E-3192-48E389D206A0}"/>
          </ac:spMkLst>
        </pc:spChg>
        <pc:grpChg chg="del">
          <ac:chgData name="Omaatla Gaolape Gabankile" userId="S::202600774@spu.ac.za::c2794dca-09dd-4006-a4b3-c74def7d1f19" providerId="AD" clId="Web-{38EBFC51-0FCF-1C5F-85AA-4A8CBA8D1128}" dt="2026-07-26T01:27:04.858" v="651"/>
          <ac:grpSpMkLst>
            <pc:docMk/>
            <pc:sldMk cId="337259950" sldId="285"/>
            <ac:grpSpMk id="16" creationId="{D795C4D4-F49E-E791-A2C2-0001F3761763}"/>
          </ac:grpSpMkLst>
        </pc:grpChg>
        <pc:picChg chg="add mod">
          <ac:chgData name="Omaatla Gaolape Gabankile" userId="S::202600774@spu.ac.za::c2794dca-09dd-4006-a4b3-c74def7d1f19" providerId="AD" clId="Web-{38EBFC51-0FCF-1C5F-85AA-4A8CBA8D1128}" dt="2026-07-26T01:31:21.150" v="677" actId="14100"/>
          <ac:picMkLst>
            <pc:docMk/>
            <pc:sldMk cId="337259950" sldId="285"/>
            <ac:picMk id="2" creationId="{9FF77CDE-14BE-2FA7-8C13-6E317AA5AC42}"/>
          </ac:picMkLst>
        </pc:picChg>
      </pc:sldChg>
      <pc:sldChg chg="new del">
        <pc:chgData name="Omaatla Gaolape Gabankile" userId="S::202600774@spu.ac.za::c2794dca-09dd-4006-a4b3-c74def7d1f19" providerId="AD" clId="Web-{38EBFC51-0FCF-1C5F-85AA-4A8CBA8D1128}" dt="2026-07-25T23:34:48.614" v="373"/>
        <pc:sldMkLst>
          <pc:docMk/>
          <pc:sldMk cId="1438483318" sldId="285"/>
        </pc:sldMkLst>
      </pc:sldChg>
      <pc:sldChg chg="new del">
        <pc:chgData name="Omaatla Gaolape Gabankile" userId="S::202600774@spu.ac.za::c2794dca-09dd-4006-a4b3-c74def7d1f19" providerId="AD" clId="Web-{38EBFC51-0FCF-1C5F-85AA-4A8CBA8D1128}" dt="2026-07-25T23:36:44.399" v="386"/>
        <pc:sldMkLst>
          <pc:docMk/>
          <pc:sldMk cId="1770279741" sldId="285"/>
        </pc:sldMkLst>
      </pc:sldChg>
      <pc:sldChg chg="delSp add replId">
        <pc:chgData name="Omaatla Gaolape Gabankile" userId="S::202600774@spu.ac.za::c2794dca-09dd-4006-a4b3-c74def7d1f19" providerId="AD" clId="Web-{38EBFC51-0FCF-1C5F-85AA-4A8CBA8D1128}" dt="2026-07-26T01:32:48.748" v="679"/>
        <pc:sldMkLst>
          <pc:docMk/>
          <pc:sldMk cId="1458047527" sldId="286"/>
        </pc:sldMkLst>
        <pc:grpChg chg="del">
          <ac:chgData name="Omaatla Gaolape Gabankile" userId="S::202600774@spu.ac.za::c2794dca-09dd-4006-a4b3-c74def7d1f19" providerId="AD" clId="Web-{38EBFC51-0FCF-1C5F-85AA-4A8CBA8D1128}" dt="2026-07-26T01:32:48.748" v="679"/>
          <ac:grpSpMkLst>
            <pc:docMk/>
            <pc:sldMk cId="1458047527" sldId="286"/>
            <ac:grpSpMk id="16" creationId="{A3C06865-9803-056A-9400-297A8B2BF33B}"/>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ABD505-E487-4BF6-B38C-8E8D4AADE150}" type="datetimeFigureOut">
              <a:rPr lang="en-ZA" smtClean="0"/>
              <a:t>2026/07/26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DD292B-1C8B-487E-95E4-DBC07138AFEB}" type="slidenum">
              <a:rPr lang="en-ZA" smtClean="0"/>
              <a:t>‹#›</a:t>
            </a:fld>
            <a:endParaRPr lang="en-ZA"/>
          </a:p>
        </p:txBody>
      </p:sp>
    </p:spTree>
    <p:extLst>
      <p:ext uri="{BB962C8B-B14F-4D97-AF65-F5344CB8AC3E}">
        <p14:creationId xmlns:p14="http://schemas.microsoft.com/office/powerpoint/2010/main" val="3936494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2DD292B-1C8B-487E-95E4-DBC07138AFEB}" type="slidenum">
              <a:rPr lang="en-ZA" smtClean="0"/>
              <a:t>2</a:t>
            </a:fld>
            <a:endParaRPr lang="en-ZA"/>
          </a:p>
        </p:txBody>
      </p:sp>
    </p:spTree>
    <p:extLst>
      <p:ext uri="{BB962C8B-B14F-4D97-AF65-F5344CB8AC3E}">
        <p14:creationId xmlns:p14="http://schemas.microsoft.com/office/powerpoint/2010/main" val="2323391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038251" y="-9519411"/>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3" name="Group 3"/>
          <p:cNvGrpSpPr/>
          <p:nvPr/>
        </p:nvGrpSpPr>
        <p:grpSpPr>
          <a:xfrm rot="3232825">
            <a:off x="-1694841" y="2630301"/>
            <a:ext cx="5447081" cy="544708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6" name="Group 6"/>
          <p:cNvGrpSpPr/>
          <p:nvPr/>
        </p:nvGrpSpPr>
        <p:grpSpPr>
          <a:xfrm rot="3232825">
            <a:off x="4999129" y="6008041"/>
            <a:ext cx="1369959" cy="136995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9" name="Freeform 9"/>
          <p:cNvSpPr/>
          <p:nvPr/>
        </p:nvSpPr>
        <p:spPr>
          <a:xfrm>
            <a:off x="11807348" y="3649521"/>
            <a:ext cx="14662911" cy="14662911"/>
          </a:xfrm>
          <a:custGeom>
            <a:avLst/>
            <a:gdLst/>
            <a:ahLst/>
            <a:cxnLst/>
            <a:rect l="l" t="t" r="r" b="b"/>
            <a:pathLst>
              <a:path w="14662911" h="14662911">
                <a:moveTo>
                  <a:pt x="0" y="0"/>
                </a:moveTo>
                <a:lnTo>
                  <a:pt x="14662911" y="0"/>
                </a:lnTo>
                <a:lnTo>
                  <a:pt x="14662911" y="14662910"/>
                </a:lnTo>
                <a:lnTo>
                  <a:pt x="0" y="146629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0" name="Group 10"/>
          <p:cNvGrpSpPr/>
          <p:nvPr/>
        </p:nvGrpSpPr>
        <p:grpSpPr>
          <a:xfrm rot="3232825">
            <a:off x="13187790" y="7350277"/>
            <a:ext cx="8991874" cy="899187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2" name="TextBox 12"/>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3" name="Group 13"/>
          <p:cNvGrpSpPr/>
          <p:nvPr/>
        </p:nvGrpSpPr>
        <p:grpSpPr>
          <a:xfrm rot="3232825">
            <a:off x="10013039" y="9383175"/>
            <a:ext cx="2054878" cy="205487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5" name="TextBox 15"/>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6" name="Group 16"/>
          <p:cNvGrpSpPr/>
          <p:nvPr/>
        </p:nvGrpSpPr>
        <p:grpSpPr>
          <a:xfrm rot="3232825">
            <a:off x="3948305" y="2115269"/>
            <a:ext cx="1280004" cy="128000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18" name="TextBox 18"/>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9" name="Group 19"/>
          <p:cNvGrpSpPr/>
          <p:nvPr/>
        </p:nvGrpSpPr>
        <p:grpSpPr>
          <a:xfrm rot="3232825">
            <a:off x="16668462" y="6284107"/>
            <a:ext cx="548417" cy="54841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21" name="TextBox 21"/>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2" name="Freeform 22"/>
          <p:cNvSpPr/>
          <p:nvPr/>
        </p:nvSpPr>
        <p:spPr>
          <a:xfrm rot="297430">
            <a:off x="-1542494" y="5536161"/>
            <a:ext cx="9738518" cy="7737695"/>
          </a:xfrm>
          <a:custGeom>
            <a:avLst/>
            <a:gdLst/>
            <a:ahLst/>
            <a:cxnLst/>
            <a:rect l="l" t="t" r="r" b="b"/>
            <a:pathLst>
              <a:path w="9738518" h="7737695">
                <a:moveTo>
                  <a:pt x="0" y="0"/>
                </a:moveTo>
                <a:lnTo>
                  <a:pt x="9738518" y="0"/>
                </a:lnTo>
                <a:lnTo>
                  <a:pt x="9738518" y="7737695"/>
                </a:lnTo>
                <a:lnTo>
                  <a:pt x="0" y="773769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5" name="TextBox 35"/>
          <p:cNvSpPr txBox="1"/>
          <p:nvPr/>
        </p:nvSpPr>
        <p:spPr>
          <a:xfrm>
            <a:off x="7246974" y="548092"/>
            <a:ext cx="10459613" cy="7593489"/>
          </a:xfrm>
          <a:prstGeom prst="rect">
            <a:avLst/>
          </a:prstGeom>
        </p:spPr>
        <p:txBody>
          <a:bodyPr wrap="square" lIns="0" tIns="0" rIns="0" bIns="0" rtlCol="0" anchor="t">
            <a:spAutoFit/>
          </a:bodyPr>
          <a:lstStyle/>
          <a:p>
            <a:pPr algn="l">
              <a:lnSpc>
                <a:spcPts val="11855"/>
              </a:lnSpc>
            </a:pPr>
            <a:r>
              <a:rPr lang="en-US" sz="9600" b="1">
                <a:solidFill>
                  <a:srgbClr val="FFFFFF"/>
                </a:solidFill>
                <a:latin typeface="Poppins Semi-Bold"/>
                <a:ea typeface="Poppins Semi-Bold"/>
                <a:cs typeface="Poppins Semi-Bold"/>
                <a:sym typeface="Poppins Semi-Bold"/>
              </a:rPr>
              <a:t>An Explainable Machine Learning-Based Fraud Detection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7635763" y="5143500"/>
            <a:ext cx="14662911" cy="14662911"/>
          </a:xfrm>
          <a:custGeom>
            <a:avLst/>
            <a:gdLst/>
            <a:ahLst/>
            <a:cxnLst/>
            <a:rect l="l" t="t" r="r" b="b"/>
            <a:pathLst>
              <a:path w="14662911" h="14662911">
                <a:moveTo>
                  <a:pt x="0" y="0"/>
                </a:moveTo>
                <a:lnTo>
                  <a:pt x="14662911" y="0"/>
                </a:lnTo>
                <a:lnTo>
                  <a:pt x="14662911" y="14662911"/>
                </a:lnTo>
                <a:lnTo>
                  <a:pt x="0" y="146629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8" name="TextBox 8"/>
          <p:cNvSpPr txBox="1"/>
          <p:nvPr/>
        </p:nvSpPr>
        <p:spPr>
          <a:xfrm>
            <a:off x="736728" y="196127"/>
            <a:ext cx="8407272" cy="770339"/>
          </a:xfrm>
          <a:prstGeom prst="rect">
            <a:avLst/>
          </a:prstGeom>
        </p:spPr>
        <p:txBody>
          <a:bodyPr wrap="square" lIns="0" tIns="0" rIns="0" bIns="0" rtlCol="0" anchor="t">
            <a:spAutoFit/>
          </a:bodyPr>
          <a:lstStyle/>
          <a:p>
            <a:pPr algn="l">
              <a:lnSpc>
                <a:spcPts val="5973"/>
              </a:lnSpc>
            </a:pPr>
            <a:r>
              <a:rPr lang="en-US" sz="5381">
                <a:solidFill>
                  <a:srgbClr val="FFFFFF"/>
                </a:solidFill>
                <a:latin typeface="Poppins"/>
                <a:ea typeface="Poppins"/>
                <a:cs typeface="Poppins"/>
                <a:sym typeface="Poppins"/>
              </a:rPr>
              <a:t>Problem Statement</a:t>
            </a:r>
          </a:p>
        </p:txBody>
      </p:sp>
      <p:grpSp>
        <p:nvGrpSpPr>
          <p:cNvPr id="22" name="Group 22"/>
          <p:cNvGrpSpPr/>
          <p:nvPr/>
        </p:nvGrpSpPr>
        <p:grpSpPr>
          <a:xfrm rot="3232825">
            <a:off x="-2488796" y="9183802"/>
            <a:ext cx="4753838" cy="475383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24" name="TextBox 24"/>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8" name="AutoShape 28"/>
          <p:cNvSpPr/>
          <p:nvPr/>
        </p:nvSpPr>
        <p:spPr>
          <a:xfrm flipH="1">
            <a:off x="1038225" y="5981860"/>
            <a:ext cx="0" cy="1028624"/>
          </a:xfrm>
          <a:prstGeom prst="line">
            <a:avLst/>
          </a:prstGeom>
          <a:ln w="19050" cap="flat">
            <a:gradFill>
              <a:gsLst>
                <a:gs pos="0">
                  <a:srgbClr val="299786">
                    <a:alpha val="100000"/>
                  </a:srgbClr>
                </a:gs>
                <a:gs pos="100000">
                  <a:srgbClr val="395A3F">
                    <a:alpha val="100000"/>
                  </a:srgbClr>
                </a:gs>
              </a:gsLst>
              <a:path path="circle">
                <a:fillToRect r="100000" b="100000"/>
              </a:path>
              <a:tileRect l="-100000" t="-100000"/>
            </a:gradFill>
            <a:prstDash val="solid"/>
            <a:headEnd type="none" w="sm" len="sm"/>
            <a:tailEnd type="none" w="sm" len="sm"/>
          </a:ln>
        </p:spPr>
        <p:txBody>
          <a:bodyPr/>
          <a:lstStyle/>
          <a:p>
            <a:endParaRPr lang="en-ZA"/>
          </a:p>
        </p:txBody>
      </p:sp>
      <p:grpSp>
        <p:nvGrpSpPr>
          <p:cNvPr id="32" name="Group 32"/>
          <p:cNvGrpSpPr/>
          <p:nvPr/>
        </p:nvGrpSpPr>
        <p:grpSpPr>
          <a:xfrm>
            <a:off x="10335259" y="2455459"/>
            <a:ext cx="7662216" cy="3526402"/>
            <a:chOff x="0" y="0"/>
            <a:chExt cx="1616101" cy="681350"/>
          </a:xfrm>
        </p:grpSpPr>
        <p:sp>
          <p:nvSpPr>
            <p:cNvPr id="33" name="Freeform 33"/>
            <p:cNvSpPr/>
            <p:nvPr/>
          </p:nvSpPr>
          <p:spPr>
            <a:xfrm>
              <a:off x="0" y="0"/>
              <a:ext cx="1616101" cy="681350"/>
            </a:xfrm>
            <a:custGeom>
              <a:avLst/>
              <a:gdLst/>
              <a:ahLst/>
              <a:cxnLst/>
              <a:rect l="l" t="t" r="r" b="b"/>
              <a:pathLst>
                <a:path w="1616101" h="681350">
                  <a:moveTo>
                    <a:pt x="33398" y="0"/>
                  </a:moveTo>
                  <a:lnTo>
                    <a:pt x="1582704" y="0"/>
                  </a:lnTo>
                  <a:cubicBezTo>
                    <a:pt x="1591561" y="0"/>
                    <a:pt x="1600056" y="3519"/>
                    <a:pt x="1606319" y="9782"/>
                  </a:cubicBezTo>
                  <a:cubicBezTo>
                    <a:pt x="1612583" y="16045"/>
                    <a:pt x="1616101" y="24540"/>
                    <a:pt x="1616101" y="33398"/>
                  </a:cubicBezTo>
                  <a:lnTo>
                    <a:pt x="1616101" y="647952"/>
                  </a:lnTo>
                  <a:cubicBezTo>
                    <a:pt x="1616101" y="656810"/>
                    <a:pt x="1612583" y="665305"/>
                    <a:pt x="1606319" y="671568"/>
                  </a:cubicBezTo>
                  <a:cubicBezTo>
                    <a:pt x="1600056" y="677831"/>
                    <a:pt x="1591561" y="681350"/>
                    <a:pt x="1582704" y="681350"/>
                  </a:cubicBezTo>
                  <a:lnTo>
                    <a:pt x="33398" y="681350"/>
                  </a:lnTo>
                  <a:cubicBezTo>
                    <a:pt x="24540" y="681350"/>
                    <a:pt x="16045" y="677831"/>
                    <a:pt x="9782" y="671568"/>
                  </a:cubicBezTo>
                  <a:cubicBezTo>
                    <a:pt x="3519" y="665305"/>
                    <a:pt x="0" y="656810"/>
                    <a:pt x="0" y="647952"/>
                  </a:cubicBezTo>
                  <a:lnTo>
                    <a:pt x="0" y="33398"/>
                  </a:lnTo>
                  <a:cubicBezTo>
                    <a:pt x="0" y="24540"/>
                    <a:pt x="3519" y="16045"/>
                    <a:pt x="9782" y="9782"/>
                  </a:cubicBezTo>
                  <a:cubicBezTo>
                    <a:pt x="16045" y="3519"/>
                    <a:pt x="24540" y="0"/>
                    <a:pt x="33398" y="0"/>
                  </a:cubicBezTo>
                  <a:close/>
                </a:path>
              </a:pathLst>
            </a:custGeom>
            <a:blipFill>
              <a:blip r:embed="rId4"/>
              <a:stretch>
                <a:fillRect t="-16561" b="-16561"/>
              </a:stretch>
            </a:blipFill>
          </p:spPr>
          <p:txBody>
            <a:bodyPr/>
            <a:lstStyle/>
            <a:p>
              <a:endParaRPr lang="en-ZA"/>
            </a:p>
          </p:txBody>
        </p:sp>
      </p:grpSp>
      <p:sp>
        <p:nvSpPr>
          <p:cNvPr id="39" name="TextBox 39"/>
          <p:cNvSpPr txBox="1"/>
          <p:nvPr/>
        </p:nvSpPr>
        <p:spPr>
          <a:xfrm>
            <a:off x="290525" y="1548728"/>
            <a:ext cx="10549671" cy="7540526"/>
          </a:xfrm>
          <a:prstGeom prst="rect">
            <a:avLst/>
          </a:prstGeom>
        </p:spPr>
        <p:txBody>
          <a:bodyPr wrap="square" lIns="0" tIns="0" rIns="0" bIns="0" rtlCol="0" anchor="t">
            <a:spAutoFit/>
          </a:bodyPr>
          <a:lstStyle/>
          <a:p>
            <a:pPr marL="342900" indent="-342900">
              <a:lnSpc>
                <a:spcPts val="2774"/>
              </a:lnSpc>
              <a:buFont typeface="Arial" panose="020B0604020202020204" pitchFamily="34" charset="0"/>
              <a:buChar char="•"/>
            </a:pPr>
            <a:r>
              <a:rPr lang="en-US" sz="2499" dirty="0">
                <a:solidFill>
                  <a:srgbClr val="FFFFFF"/>
                </a:solidFill>
                <a:latin typeface="Poppins"/>
                <a:ea typeface="Poppins"/>
                <a:cs typeface="Poppins"/>
                <a:sym typeface="Poppins"/>
              </a:rPr>
              <a:t>In recent years, there has been a significant increase in the volume of financial transactions due to the expansion of financial institutions and the popularity of web-based e-commerce (</a:t>
            </a:r>
            <a:r>
              <a:rPr lang="en-US" sz="2499" dirty="0" err="1">
                <a:solidFill>
                  <a:srgbClr val="FFFFFF"/>
                </a:solidFill>
                <a:latin typeface="Poppins"/>
                <a:ea typeface="Poppins"/>
                <a:cs typeface="Poppins"/>
                <a:sym typeface="Poppins"/>
              </a:rPr>
              <a:t>Enaifoghe</a:t>
            </a:r>
            <a:r>
              <a:rPr lang="en-US" sz="2499" dirty="0">
                <a:solidFill>
                  <a:srgbClr val="FFFFFF"/>
                </a:solidFill>
                <a:latin typeface="Poppins"/>
                <a:ea typeface="Poppins"/>
                <a:cs typeface="Poppins"/>
                <a:sym typeface="Poppins"/>
              </a:rPr>
              <a:t>, 2026).  </a:t>
            </a:r>
          </a:p>
          <a:p>
            <a:pPr>
              <a:lnSpc>
                <a:spcPts val="2774"/>
              </a:lnSpc>
            </a:pPr>
            <a:endParaRPr lang="en-US" sz="2499" dirty="0">
              <a:solidFill>
                <a:srgbClr val="FFFFFF"/>
              </a:solidFill>
              <a:latin typeface="Poppins"/>
              <a:ea typeface="Poppins"/>
              <a:cs typeface="Poppins"/>
              <a:sym typeface="Poppins"/>
            </a:endParaRPr>
          </a:p>
          <a:p>
            <a:pPr marL="342900" indent="-342900">
              <a:lnSpc>
                <a:spcPts val="2774"/>
              </a:lnSpc>
              <a:buFont typeface="Arial" panose="020B0604020202020204" pitchFamily="34" charset="0"/>
              <a:buChar char="•"/>
            </a:pPr>
            <a:r>
              <a:rPr lang="en-US" sz="2499" dirty="0">
                <a:solidFill>
                  <a:srgbClr val="FFFFFF"/>
                </a:solidFill>
                <a:latin typeface="Poppins"/>
                <a:ea typeface="Poppins"/>
                <a:cs typeface="Poppins"/>
                <a:sym typeface="Poppins"/>
              </a:rPr>
              <a:t>Fraudulent transactions have become a growing</a:t>
            </a:r>
          </a:p>
          <a:p>
            <a:pPr>
              <a:lnSpc>
                <a:spcPts val="2774"/>
              </a:lnSpc>
            </a:pPr>
            <a:r>
              <a:rPr lang="en-US" sz="2499" dirty="0">
                <a:solidFill>
                  <a:srgbClr val="FFFFFF"/>
                </a:solidFill>
                <a:latin typeface="Poppins"/>
                <a:ea typeface="Poppins"/>
                <a:cs typeface="Poppins"/>
                <a:sym typeface="Poppins"/>
              </a:rPr>
              <a:t>problem in online banking, and fraud detection has always</a:t>
            </a:r>
          </a:p>
          <a:p>
            <a:pPr>
              <a:lnSpc>
                <a:spcPts val="2774"/>
              </a:lnSpc>
            </a:pPr>
            <a:r>
              <a:rPr lang="en-US" sz="2499" dirty="0">
                <a:solidFill>
                  <a:srgbClr val="FFFFFF"/>
                </a:solidFill>
                <a:latin typeface="Poppins"/>
                <a:ea typeface="Poppins"/>
                <a:cs typeface="Poppins"/>
                <a:sym typeface="Poppins"/>
              </a:rPr>
              <a:t>been challenging (Nanduri et al., 2020).  </a:t>
            </a:r>
          </a:p>
          <a:p>
            <a:pPr>
              <a:lnSpc>
                <a:spcPts val="2774"/>
              </a:lnSpc>
            </a:pPr>
            <a:endParaRPr lang="en-US" sz="2499" dirty="0">
              <a:solidFill>
                <a:srgbClr val="FFFFFF"/>
              </a:solidFill>
              <a:latin typeface="Poppins"/>
              <a:ea typeface="Poppins"/>
              <a:cs typeface="Poppins"/>
              <a:sym typeface="Poppins"/>
            </a:endParaRPr>
          </a:p>
          <a:p>
            <a:pPr marL="342900" indent="-342900">
              <a:lnSpc>
                <a:spcPts val="2774"/>
              </a:lnSpc>
              <a:buFont typeface="Arial" panose="020B0604020202020204" pitchFamily="34" charset="0"/>
              <a:buChar char="•"/>
            </a:pPr>
            <a:r>
              <a:rPr lang="en-US" sz="2499" dirty="0">
                <a:solidFill>
                  <a:srgbClr val="FFFFFF"/>
                </a:solidFill>
                <a:latin typeface="Poppins"/>
                <a:ea typeface="Poppins"/>
                <a:cs typeface="Poppins"/>
                <a:sym typeface="Poppins"/>
              </a:rPr>
              <a:t>Along with credit card development, the pattern of credit</a:t>
            </a:r>
          </a:p>
          <a:p>
            <a:pPr>
              <a:lnSpc>
                <a:spcPts val="2774"/>
              </a:lnSpc>
            </a:pPr>
            <a:r>
              <a:rPr lang="en-US" sz="2499" dirty="0">
                <a:solidFill>
                  <a:srgbClr val="FFFFFF"/>
                </a:solidFill>
                <a:latin typeface="Poppins"/>
                <a:ea typeface="Poppins"/>
                <a:cs typeface="Poppins"/>
                <a:sym typeface="Poppins"/>
              </a:rPr>
              <a:t>card fraud has always been updated. Fraudsters do their</a:t>
            </a:r>
          </a:p>
          <a:p>
            <a:pPr>
              <a:lnSpc>
                <a:spcPts val="2774"/>
              </a:lnSpc>
            </a:pPr>
            <a:r>
              <a:rPr lang="en-US" sz="2499" dirty="0">
                <a:solidFill>
                  <a:srgbClr val="FFFFFF"/>
                </a:solidFill>
                <a:latin typeface="Poppins"/>
                <a:ea typeface="Poppins"/>
                <a:cs typeface="Poppins"/>
                <a:sym typeface="Poppins"/>
              </a:rPr>
              <a:t>best to make it look legitimate, and credit card fraud has</a:t>
            </a:r>
          </a:p>
          <a:p>
            <a:pPr>
              <a:lnSpc>
                <a:spcPts val="2774"/>
              </a:lnSpc>
            </a:pPr>
            <a:r>
              <a:rPr lang="en-US" sz="2499" dirty="0">
                <a:solidFill>
                  <a:srgbClr val="FFFFFF"/>
                </a:solidFill>
                <a:latin typeface="Poppins"/>
                <a:ea typeface="Poppins"/>
                <a:cs typeface="Poppins"/>
                <a:sym typeface="Poppins"/>
              </a:rPr>
              <a:t>always been updated. </a:t>
            </a:r>
          </a:p>
          <a:p>
            <a:pPr>
              <a:lnSpc>
                <a:spcPts val="2774"/>
              </a:lnSpc>
            </a:pPr>
            <a:endParaRPr lang="en-US" sz="2499" dirty="0">
              <a:solidFill>
                <a:srgbClr val="FFFFFF"/>
              </a:solidFill>
              <a:latin typeface="Poppins"/>
              <a:ea typeface="Poppins"/>
              <a:cs typeface="Poppins"/>
              <a:sym typeface="Poppins"/>
            </a:endParaRPr>
          </a:p>
          <a:p>
            <a:pPr marL="342900" indent="-342900">
              <a:lnSpc>
                <a:spcPts val="2774"/>
              </a:lnSpc>
              <a:buFont typeface="Arial" panose="020B0604020202020204" pitchFamily="34" charset="0"/>
              <a:buChar char="•"/>
            </a:pPr>
            <a:r>
              <a:rPr lang="en-US" sz="2499" dirty="0">
                <a:solidFill>
                  <a:srgbClr val="FFFFFF"/>
                </a:solidFill>
                <a:latin typeface="Poppins"/>
                <a:ea typeface="Poppins"/>
                <a:cs typeface="Poppins"/>
                <a:sym typeface="Poppins"/>
              </a:rPr>
              <a:t>They try to learn how fraud detection systems</a:t>
            </a:r>
          </a:p>
          <a:p>
            <a:pPr>
              <a:lnSpc>
                <a:spcPts val="2774"/>
              </a:lnSpc>
            </a:pPr>
            <a:r>
              <a:rPr lang="en-US" sz="2499" dirty="0">
                <a:solidFill>
                  <a:srgbClr val="FFFFFF"/>
                </a:solidFill>
                <a:latin typeface="Poppins"/>
                <a:ea typeface="Poppins"/>
                <a:cs typeface="Poppins"/>
                <a:sym typeface="Poppins"/>
              </a:rPr>
              <a:t>work and continue to test these systems, making fraud</a:t>
            </a:r>
          </a:p>
          <a:p>
            <a:pPr>
              <a:lnSpc>
                <a:spcPts val="2774"/>
              </a:lnSpc>
            </a:pPr>
            <a:r>
              <a:rPr lang="en-US" sz="2499" dirty="0">
                <a:solidFill>
                  <a:srgbClr val="FFFFFF"/>
                </a:solidFill>
                <a:latin typeface="Poppins"/>
                <a:ea typeface="Poppins"/>
                <a:cs typeface="Poppins"/>
                <a:sym typeface="Poppins"/>
              </a:rPr>
              <a:t>detection more complicated. </a:t>
            </a:r>
          </a:p>
          <a:p>
            <a:pPr>
              <a:lnSpc>
                <a:spcPts val="2774"/>
              </a:lnSpc>
            </a:pPr>
            <a:endParaRPr lang="en-US" sz="2499" dirty="0">
              <a:solidFill>
                <a:srgbClr val="FFFFFF"/>
              </a:solidFill>
              <a:latin typeface="Poppins"/>
              <a:ea typeface="Poppins"/>
              <a:cs typeface="Poppins"/>
              <a:sym typeface="Poppins"/>
            </a:endParaRPr>
          </a:p>
          <a:p>
            <a:pPr marL="342900" indent="-342900">
              <a:lnSpc>
                <a:spcPts val="2774"/>
              </a:lnSpc>
              <a:buFont typeface="Arial" panose="020B0604020202020204" pitchFamily="34" charset="0"/>
              <a:buChar char="•"/>
            </a:pPr>
            <a:r>
              <a:rPr lang="en-US" sz="2499" dirty="0">
                <a:solidFill>
                  <a:srgbClr val="FFFFFF"/>
                </a:solidFill>
                <a:latin typeface="Poppins"/>
                <a:ea typeface="Poppins"/>
                <a:cs typeface="Poppins"/>
                <a:sym typeface="Poppins"/>
              </a:rPr>
              <a:t>Therefore, we are trying to find new ways to improve the performance of the existing methods.  </a:t>
            </a:r>
          </a:p>
          <a:p>
            <a:pPr>
              <a:lnSpc>
                <a:spcPts val="2774"/>
              </a:lnSpc>
            </a:pPr>
            <a:endParaRPr lang="en-US" sz="2499"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8421FB76-817C-38AA-588F-DEA28817685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77AB97-A50D-DCB6-E734-E0006A22C6C4}"/>
              </a:ext>
            </a:extLst>
          </p:cNvPr>
          <p:cNvSpPr/>
          <p:nvPr/>
        </p:nvSpPr>
        <p:spPr>
          <a:xfrm>
            <a:off x="-7635763" y="5143500"/>
            <a:ext cx="14662911" cy="14662911"/>
          </a:xfrm>
          <a:custGeom>
            <a:avLst/>
            <a:gdLst/>
            <a:ahLst/>
            <a:cxnLst/>
            <a:rect l="l" t="t" r="r" b="b"/>
            <a:pathLst>
              <a:path w="14662911" h="14662911">
                <a:moveTo>
                  <a:pt x="0" y="0"/>
                </a:moveTo>
                <a:lnTo>
                  <a:pt x="14662911" y="0"/>
                </a:lnTo>
                <a:lnTo>
                  <a:pt x="14662911"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8" name="TextBox 8">
            <a:extLst>
              <a:ext uri="{FF2B5EF4-FFF2-40B4-BE49-F238E27FC236}">
                <a16:creationId xmlns:a16="http://schemas.microsoft.com/office/drawing/2014/main" id="{C0FBFF74-F7A7-98B6-C579-18792B57CE35}"/>
              </a:ext>
            </a:extLst>
          </p:cNvPr>
          <p:cNvSpPr txBox="1"/>
          <p:nvPr/>
        </p:nvSpPr>
        <p:spPr>
          <a:xfrm>
            <a:off x="736728" y="196127"/>
            <a:ext cx="8407272" cy="770339"/>
          </a:xfrm>
          <a:prstGeom prst="rect">
            <a:avLst/>
          </a:prstGeom>
        </p:spPr>
        <p:txBody>
          <a:bodyPr wrap="square" lIns="0" tIns="0" rIns="0" bIns="0" rtlCol="0" anchor="t">
            <a:spAutoFit/>
          </a:bodyPr>
          <a:lstStyle/>
          <a:p>
            <a:pPr algn="l">
              <a:lnSpc>
                <a:spcPts val="5973"/>
              </a:lnSpc>
            </a:pPr>
            <a:r>
              <a:rPr lang="en-US" sz="5381" dirty="0">
                <a:solidFill>
                  <a:srgbClr val="FFFFFF"/>
                </a:solidFill>
                <a:latin typeface="Poppins"/>
                <a:ea typeface="Poppins"/>
                <a:cs typeface="Poppins"/>
                <a:sym typeface="Poppins"/>
              </a:rPr>
              <a:t>Data Understanding</a:t>
            </a:r>
          </a:p>
        </p:txBody>
      </p:sp>
      <p:grpSp>
        <p:nvGrpSpPr>
          <p:cNvPr id="22" name="Group 22">
            <a:extLst>
              <a:ext uri="{FF2B5EF4-FFF2-40B4-BE49-F238E27FC236}">
                <a16:creationId xmlns:a16="http://schemas.microsoft.com/office/drawing/2014/main" id="{DCEBBC27-8AB6-B90D-7E71-9C022FDD032F}"/>
              </a:ext>
            </a:extLst>
          </p:cNvPr>
          <p:cNvGrpSpPr/>
          <p:nvPr/>
        </p:nvGrpSpPr>
        <p:grpSpPr>
          <a:xfrm rot="3232825">
            <a:off x="-2488796" y="9183802"/>
            <a:ext cx="4753838" cy="4753838"/>
            <a:chOff x="0" y="0"/>
            <a:chExt cx="812800" cy="812800"/>
          </a:xfrm>
        </p:grpSpPr>
        <p:sp>
          <p:nvSpPr>
            <p:cNvPr id="23" name="Freeform 23">
              <a:extLst>
                <a:ext uri="{FF2B5EF4-FFF2-40B4-BE49-F238E27FC236}">
                  <a16:creationId xmlns:a16="http://schemas.microsoft.com/office/drawing/2014/main" id="{D178814E-641F-499C-1463-EF04A61FF62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24" name="TextBox 24">
              <a:extLst>
                <a:ext uri="{FF2B5EF4-FFF2-40B4-BE49-F238E27FC236}">
                  <a16:creationId xmlns:a16="http://schemas.microsoft.com/office/drawing/2014/main" id="{30ECA1FB-77BD-72EE-2583-3ED0EFB49F44}"/>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8" name="AutoShape 28">
            <a:extLst>
              <a:ext uri="{FF2B5EF4-FFF2-40B4-BE49-F238E27FC236}">
                <a16:creationId xmlns:a16="http://schemas.microsoft.com/office/drawing/2014/main" id="{A4168812-2849-0FE7-F01C-CB5BF0CC50F0}"/>
              </a:ext>
            </a:extLst>
          </p:cNvPr>
          <p:cNvSpPr/>
          <p:nvPr/>
        </p:nvSpPr>
        <p:spPr>
          <a:xfrm flipH="1">
            <a:off x="1038225" y="5981860"/>
            <a:ext cx="0" cy="1028624"/>
          </a:xfrm>
          <a:prstGeom prst="line">
            <a:avLst/>
          </a:prstGeom>
          <a:ln w="19050" cap="flat">
            <a:gradFill>
              <a:gsLst>
                <a:gs pos="0">
                  <a:srgbClr val="299786">
                    <a:alpha val="100000"/>
                  </a:srgbClr>
                </a:gs>
                <a:gs pos="100000">
                  <a:srgbClr val="395A3F">
                    <a:alpha val="100000"/>
                  </a:srgbClr>
                </a:gs>
              </a:gsLst>
              <a:path path="circle">
                <a:fillToRect r="100000" b="100000"/>
              </a:path>
              <a:tileRect l="-100000" t="-100000"/>
            </a:gradFill>
            <a:prstDash val="solid"/>
            <a:headEnd type="none" w="sm" len="sm"/>
            <a:tailEnd type="none" w="sm" len="sm"/>
          </a:ln>
        </p:spPr>
        <p:txBody>
          <a:bodyPr/>
          <a:lstStyle/>
          <a:p>
            <a:endParaRPr lang="en-ZA"/>
          </a:p>
        </p:txBody>
      </p:sp>
      <p:sp>
        <p:nvSpPr>
          <p:cNvPr id="39" name="TextBox 39">
            <a:extLst>
              <a:ext uri="{FF2B5EF4-FFF2-40B4-BE49-F238E27FC236}">
                <a16:creationId xmlns:a16="http://schemas.microsoft.com/office/drawing/2014/main" id="{0A9E44D5-2D3B-93E3-E205-F62CE71428A2}"/>
              </a:ext>
            </a:extLst>
          </p:cNvPr>
          <p:cNvSpPr txBox="1"/>
          <p:nvPr/>
        </p:nvSpPr>
        <p:spPr>
          <a:xfrm>
            <a:off x="208903" y="2391133"/>
            <a:ext cx="8044143" cy="3590727"/>
          </a:xfrm>
          <a:prstGeom prst="rect">
            <a:avLst/>
          </a:prstGeom>
        </p:spPr>
        <p:txBody>
          <a:bodyPr wrap="square" lIns="0" tIns="0" rIns="0" bIns="0" rtlCol="0" anchor="t">
            <a:spAutoFit/>
          </a:bodyPr>
          <a:lstStyle/>
          <a:p>
            <a:pPr marL="342900" indent="-342900">
              <a:lnSpc>
                <a:spcPts val="2774"/>
              </a:lnSpc>
              <a:buFont typeface="Arial" panose="020B0604020202020204" pitchFamily="34" charset="0"/>
              <a:buChar char="•"/>
            </a:pPr>
            <a:r>
              <a:rPr lang="en-US" sz="2499" dirty="0">
                <a:solidFill>
                  <a:srgbClr val="FFFFFF"/>
                </a:solidFill>
                <a:latin typeface="Poppins"/>
                <a:ea typeface="Poppins"/>
                <a:cs typeface="Poppins"/>
                <a:sym typeface="Poppins"/>
              </a:rPr>
              <a:t>The </a:t>
            </a:r>
            <a:r>
              <a:rPr lang="en-US" sz="2499" dirty="0" err="1">
                <a:solidFill>
                  <a:srgbClr val="FFFFFF"/>
                </a:solidFill>
                <a:latin typeface="Poppins"/>
                <a:ea typeface="Poppins"/>
                <a:cs typeface="Poppins"/>
                <a:sym typeface="Poppins"/>
              </a:rPr>
              <a:t>PaySim</a:t>
            </a:r>
            <a:r>
              <a:rPr lang="en-US" sz="2499" dirty="0">
                <a:solidFill>
                  <a:srgbClr val="FFFFFF"/>
                </a:solidFill>
                <a:latin typeface="Poppins"/>
                <a:ea typeface="Poppins"/>
                <a:cs typeface="Poppins"/>
                <a:sym typeface="Poppins"/>
              </a:rPr>
              <a:t> dataset is a synthetic financial log generated via Multi-Agent Based Simulation to model mobile money transactions while overcoming the privacy restrictions associated with real-world financial data. Scaled from a month of transactional logs from an African mobile money provider, the dataset consists of over 6.36 million records spanning 30 days (744 temporal steps, where each step represents 1 hour). </a:t>
            </a:r>
          </a:p>
        </p:txBody>
      </p:sp>
    </p:spTree>
    <p:extLst>
      <p:ext uri="{BB962C8B-B14F-4D97-AF65-F5344CB8AC3E}">
        <p14:creationId xmlns:p14="http://schemas.microsoft.com/office/powerpoint/2010/main" val="2427869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1199005E-F346-3F9A-D1B8-3878E694C51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D3B4FF5-1845-04F5-2F59-2F06F8B550DB}"/>
              </a:ext>
            </a:extLst>
          </p:cNvPr>
          <p:cNvSpPr/>
          <p:nvPr/>
        </p:nvSpPr>
        <p:spPr>
          <a:xfrm>
            <a:off x="-8038251" y="-9519411"/>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9" name="Freeform 9">
            <a:extLst>
              <a:ext uri="{FF2B5EF4-FFF2-40B4-BE49-F238E27FC236}">
                <a16:creationId xmlns:a16="http://schemas.microsoft.com/office/drawing/2014/main" id="{A8F860E2-78E6-8A17-B8A4-5C0A9A9CCEDC}"/>
              </a:ext>
            </a:extLst>
          </p:cNvPr>
          <p:cNvSpPr/>
          <p:nvPr/>
        </p:nvSpPr>
        <p:spPr>
          <a:xfrm>
            <a:off x="11807348" y="3649521"/>
            <a:ext cx="14662911" cy="14662911"/>
          </a:xfrm>
          <a:custGeom>
            <a:avLst/>
            <a:gdLst/>
            <a:ahLst/>
            <a:cxnLst/>
            <a:rect l="l" t="t" r="r" b="b"/>
            <a:pathLst>
              <a:path w="14662911" h="14662911">
                <a:moveTo>
                  <a:pt x="0" y="0"/>
                </a:moveTo>
                <a:lnTo>
                  <a:pt x="14662911" y="0"/>
                </a:lnTo>
                <a:lnTo>
                  <a:pt x="14662911" y="14662910"/>
                </a:lnTo>
                <a:lnTo>
                  <a:pt x="0" y="146629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0" name="Group 10">
            <a:extLst>
              <a:ext uri="{FF2B5EF4-FFF2-40B4-BE49-F238E27FC236}">
                <a16:creationId xmlns:a16="http://schemas.microsoft.com/office/drawing/2014/main" id="{503F2C03-5656-2380-C8D8-336DBD9D4C33}"/>
              </a:ext>
            </a:extLst>
          </p:cNvPr>
          <p:cNvGrpSpPr/>
          <p:nvPr/>
        </p:nvGrpSpPr>
        <p:grpSpPr>
          <a:xfrm rot="3232825">
            <a:off x="13187790" y="7350277"/>
            <a:ext cx="8991874" cy="8991874"/>
            <a:chOff x="0" y="0"/>
            <a:chExt cx="812800" cy="812800"/>
          </a:xfrm>
        </p:grpSpPr>
        <p:sp>
          <p:nvSpPr>
            <p:cNvPr id="11" name="Freeform 11">
              <a:extLst>
                <a:ext uri="{FF2B5EF4-FFF2-40B4-BE49-F238E27FC236}">
                  <a16:creationId xmlns:a16="http://schemas.microsoft.com/office/drawing/2014/main" id="{9E3F9B39-DD3A-4EA8-AA2A-EBA455A2CA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2" name="TextBox 12">
              <a:extLst>
                <a:ext uri="{FF2B5EF4-FFF2-40B4-BE49-F238E27FC236}">
                  <a16:creationId xmlns:a16="http://schemas.microsoft.com/office/drawing/2014/main" id="{D033490B-B986-6AD2-D76F-E84EB5EA759C}"/>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3" name="Group 13">
            <a:extLst>
              <a:ext uri="{FF2B5EF4-FFF2-40B4-BE49-F238E27FC236}">
                <a16:creationId xmlns:a16="http://schemas.microsoft.com/office/drawing/2014/main" id="{437EEA40-92ED-41C6-F96D-0C074CCB651B}"/>
              </a:ext>
            </a:extLst>
          </p:cNvPr>
          <p:cNvGrpSpPr/>
          <p:nvPr/>
        </p:nvGrpSpPr>
        <p:grpSpPr>
          <a:xfrm rot="3232825">
            <a:off x="10013039" y="9383175"/>
            <a:ext cx="2054878" cy="2054878"/>
            <a:chOff x="0" y="0"/>
            <a:chExt cx="812800" cy="812800"/>
          </a:xfrm>
        </p:grpSpPr>
        <p:sp>
          <p:nvSpPr>
            <p:cNvPr id="14" name="Freeform 14">
              <a:extLst>
                <a:ext uri="{FF2B5EF4-FFF2-40B4-BE49-F238E27FC236}">
                  <a16:creationId xmlns:a16="http://schemas.microsoft.com/office/drawing/2014/main" id="{C3A38B9F-714D-A0D4-B1EF-A67E3DFA5F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5" name="TextBox 15">
              <a:extLst>
                <a:ext uri="{FF2B5EF4-FFF2-40B4-BE49-F238E27FC236}">
                  <a16:creationId xmlns:a16="http://schemas.microsoft.com/office/drawing/2014/main" id="{02769826-982B-C0C8-D39E-B307EC195E7C}"/>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6" name="Group 16">
            <a:extLst>
              <a:ext uri="{FF2B5EF4-FFF2-40B4-BE49-F238E27FC236}">
                <a16:creationId xmlns:a16="http://schemas.microsoft.com/office/drawing/2014/main" id="{202FBE37-43C4-3154-06CA-BCCF4E5E5C7B}"/>
              </a:ext>
            </a:extLst>
          </p:cNvPr>
          <p:cNvGrpSpPr/>
          <p:nvPr/>
        </p:nvGrpSpPr>
        <p:grpSpPr>
          <a:xfrm rot="3232825">
            <a:off x="427866" y="8876361"/>
            <a:ext cx="1280004" cy="1280004"/>
            <a:chOff x="0" y="0"/>
            <a:chExt cx="812800" cy="812800"/>
          </a:xfrm>
        </p:grpSpPr>
        <p:sp>
          <p:nvSpPr>
            <p:cNvPr id="17" name="Freeform 17">
              <a:extLst>
                <a:ext uri="{FF2B5EF4-FFF2-40B4-BE49-F238E27FC236}">
                  <a16:creationId xmlns:a16="http://schemas.microsoft.com/office/drawing/2014/main" id="{7B3D85E4-C36E-15DF-4370-7A54C0C9EC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18" name="TextBox 18">
              <a:extLst>
                <a:ext uri="{FF2B5EF4-FFF2-40B4-BE49-F238E27FC236}">
                  <a16:creationId xmlns:a16="http://schemas.microsoft.com/office/drawing/2014/main" id="{DFA60150-DC45-3350-C045-4E66E7EBECE5}"/>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9" name="Group 19">
            <a:extLst>
              <a:ext uri="{FF2B5EF4-FFF2-40B4-BE49-F238E27FC236}">
                <a16:creationId xmlns:a16="http://schemas.microsoft.com/office/drawing/2014/main" id="{6D7DE2E3-B16A-0E15-579C-D4295E47B340}"/>
              </a:ext>
            </a:extLst>
          </p:cNvPr>
          <p:cNvGrpSpPr/>
          <p:nvPr/>
        </p:nvGrpSpPr>
        <p:grpSpPr>
          <a:xfrm rot="3232825">
            <a:off x="16668462" y="6284107"/>
            <a:ext cx="548417" cy="548417"/>
            <a:chOff x="0" y="0"/>
            <a:chExt cx="812800" cy="812800"/>
          </a:xfrm>
        </p:grpSpPr>
        <p:sp>
          <p:nvSpPr>
            <p:cNvPr id="20" name="Freeform 20">
              <a:extLst>
                <a:ext uri="{FF2B5EF4-FFF2-40B4-BE49-F238E27FC236}">
                  <a16:creationId xmlns:a16="http://schemas.microsoft.com/office/drawing/2014/main" id="{4CC8569E-9E3B-7E11-76DF-6A002A4330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21" name="TextBox 21">
              <a:extLst>
                <a:ext uri="{FF2B5EF4-FFF2-40B4-BE49-F238E27FC236}">
                  <a16:creationId xmlns:a16="http://schemas.microsoft.com/office/drawing/2014/main" id="{5B806B43-1E02-DAD4-03D2-783798ACC967}"/>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35" name="TextBox 35">
            <a:extLst>
              <a:ext uri="{FF2B5EF4-FFF2-40B4-BE49-F238E27FC236}">
                <a16:creationId xmlns:a16="http://schemas.microsoft.com/office/drawing/2014/main" id="{965C0745-5131-96DD-ED47-9912A25CFB26}"/>
              </a:ext>
            </a:extLst>
          </p:cNvPr>
          <p:cNvSpPr txBox="1"/>
          <p:nvPr/>
        </p:nvSpPr>
        <p:spPr>
          <a:xfrm>
            <a:off x="640080" y="3106783"/>
            <a:ext cx="17303673" cy="1489254"/>
          </a:xfrm>
          <a:prstGeom prst="rect">
            <a:avLst/>
          </a:prstGeom>
        </p:spPr>
        <p:txBody>
          <a:bodyPr wrap="square" lIns="0" tIns="0" rIns="0" bIns="0" rtlCol="0" anchor="t">
            <a:spAutoFit/>
          </a:bodyPr>
          <a:lstStyle/>
          <a:p>
            <a:pPr algn="l">
              <a:lnSpc>
                <a:spcPts val="11855"/>
              </a:lnSpc>
            </a:pPr>
            <a:r>
              <a:rPr lang="en-US" sz="9600" b="1">
                <a:solidFill>
                  <a:srgbClr val="FFFFFF"/>
                </a:solidFill>
                <a:latin typeface="Poppins Semi-Bold"/>
                <a:ea typeface="Poppins Semi-Bold"/>
                <a:cs typeface="Poppins Semi-Bold"/>
                <a:sym typeface="Poppins Semi-Bold"/>
              </a:rPr>
              <a:t>Exploratory Data Analysis</a:t>
            </a:r>
          </a:p>
        </p:txBody>
      </p:sp>
    </p:spTree>
    <p:extLst>
      <p:ext uri="{BB962C8B-B14F-4D97-AF65-F5344CB8AC3E}">
        <p14:creationId xmlns:p14="http://schemas.microsoft.com/office/powerpoint/2010/main" val="3509937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E7C0E47C-7090-7459-71D2-05135A23382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3529A7-49DD-163C-309F-108A8B215D15}"/>
              </a:ext>
            </a:extLst>
          </p:cNvPr>
          <p:cNvSpPr/>
          <p:nvPr/>
        </p:nvSpPr>
        <p:spPr>
          <a:xfrm>
            <a:off x="-8038251" y="-9519411"/>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9" name="Freeform 9">
            <a:extLst>
              <a:ext uri="{FF2B5EF4-FFF2-40B4-BE49-F238E27FC236}">
                <a16:creationId xmlns:a16="http://schemas.microsoft.com/office/drawing/2014/main" id="{6BEE42DA-AFA8-565E-5308-5B5535D83500}"/>
              </a:ext>
            </a:extLst>
          </p:cNvPr>
          <p:cNvSpPr/>
          <p:nvPr/>
        </p:nvSpPr>
        <p:spPr>
          <a:xfrm>
            <a:off x="11807348" y="3649521"/>
            <a:ext cx="14662911" cy="14662911"/>
          </a:xfrm>
          <a:custGeom>
            <a:avLst/>
            <a:gdLst/>
            <a:ahLst/>
            <a:cxnLst/>
            <a:rect l="l" t="t" r="r" b="b"/>
            <a:pathLst>
              <a:path w="14662911" h="14662911">
                <a:moveTo>
                  <a:pt x="0" y="0"/>
                </a:moveTo>
                <a:lnTo>
                  <a:pt x="14662911" y="0"/>
                </a:lnTo>
                <a:lnTo>
                  <a:pt x="14662911" y="14662910"/>
                </a:lnTo>
                <a:lnTo>
                  <a:pt x="0" y="146629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0" name="Group 10">
            <a:extLst>
              <a:ext uri="{FF2B5EF4-FFF2-40B4-BE49-F238E27FC236}">
                <a16:creationId xmlns:a16="http://schemas.microsoft.com/office/drawing/2014/main" id="{0EBE1187-2F6B-8F6B-D47E-76D58C69E40B}"/>
              </a:ext>
            </a:extLst>
          </p:cNvPr>
          <p:cNvGrpSpPr/>
          <p:nvPr/>
        </p:nvGrpSpPr>
        <p:grpSpPr>
          <a:xfrm rot="3232825">
            <a:off x="13187790" y="7350277"/>
            <a:ext cx="8991874" cy="8991874"/>
            <a:chOff x="0" y="0"/>
            <a:chExt cx="812800" cy="812800"/>
          </a:xfrm>
        </p:grpSpPr>
        <p:sp>
          <p:nvSpPr>
            <p:cNvPr id="11" name="Freeform 11">
              <a:extLst>
                <a:ext uri="{FF2B5EF4-FFF2-40B4-BE49-F238E27FC236}">
                  <a16:creationId xmlns:a16="http://schemas.microsoft.com/office/drawing/2014/main" id="{1F888998-B086-BC99-92E5-5361C703B8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2" name="TextBox 12">
              <a:extLst>
                <a:ext uri="{FF2B5EF4-FFF2-40B4-BE49-F238E27FC236}">
                  <a16:creationId xmlns:a16="http://schemas.microsoft.com/office/drawing/2014/main" id="{3CE84843-0A7E-5128-71E3-716AEB28830A}"/>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3" name="Group 13">
            <a:extLst>
              <a:ext uri="{FF2B5EF4-FFF2-40B4-BE49-F238E27FC236}">
                <a16:creationId xmlns:a16="http://schemas.microsoft.com/office/drawing/2014/main" id="{9DEC88C2-F0BB-F720-FDBA-7DFBBB847390}"/>
              </a:ext>
            </a:extLst>
          </p:cNvPr>
          <p:cNvGrpSpPr/>
          <p:nvPr/>
        </p:nvGrpSpPr>
        <p:grpSpPr>
          <a:xfrm rot="3232825">
            <a:off x="10013039" y="9383175"/>
            <a:ext cx="2054878" cy="2054878"/>
            <a:chOff x="0" y="0"/>
            <a:chExt cx="812800" cy="812800"/>
          </a:xfrm>
        </p:grpSpPr>
        <p:sp>
          <p:nvSpPr>
            <p:cNvPr id="14" name="Freeform 14">
              <a:extLst>
                <a:ext uri="{FF2B5EF4-FFF2-40B4-BE49-F238E27FC236}">
                  <a16:creationId xmlns:a16="http://schemas.microsoft.com/office/drawing/2014/main" id="{7992F8ED-28DD-A47B-8195-44FF8B6D29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5" name="TextBox 15">
              <a:extLst>
                <a:ext uri="{FF2B5EF4-FFF2-40B4-BE49-F238E27FC236}">
                  <a16:creationId xmlns:a16="http://schemas.microsoft.com/office/drawing/2014/main" id="{4D4CCEC1-D25E-1076-5BE2-F5D47EA6E6E2}"/>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6" name="Group 16">
            <a:extLst>
              <a:ext uri="{FF2B5EF4-FFF2-40B4-BE49-F238E27FC236}">
                <a16:creationId xmlns:a16="http://schemas.microsoft.com/office/drawing/2014/main" id="{82A5E037-21A3-C1A2-BB4D-38F0C98BE175}"/>
              </a:ext>
            </a:extLst>
          </p:cNvPr>
          <p:cNvGrpSpPr/>
          <p:nvPr/>
        </p:nvGrpSpPr>
        <p:grpSpPr>
          <a:xfrm rot="3232825">
            <a:off x="427866" y="8876361"/>
            <a:ext cx="1280004" cy="1280004"/>
            <a:chOff x="0" y="0"/>
            <a:chExt cx="812800" cy="812800"/>
          </a:xfrm>
        </p:grpSpPr>
        <p:sp>
          <p:nvSpPr>
            <p:cNvPr id="17" name="Freeform 17">
              <a:extLst>
                <a:ext uri="{FF2B5EF4-FFF2-40B4-BE49-F238E27FC236}">
                  <a16:creationId xmlns:a16="http://schemas.microsoft.com/office/drawing/2014/main" id="{558636D8-37E5-E9FD-715F-73DF30FB7A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18" name="TextBox 18">
              <a:extLst>
                <a:ext uri="{FF2B5EF4-FFF2-40B4-BE49-F238E27FC236}">
                  <a16:creationId xmlns:a16="http://schemas.microsoft.com/office/drawing/2014/main" id="{D678FED0-F6A0-43B8-565F-885804B5E69E}"/>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9" name="Group 19">
            <a:extLst>
              <a:ext uri="{FF2B5EF4-FFF2-40B4-BE49-F238E27FC236}">
                <a16:creationId xmlns:a16="http://schemas.microsoft.com/office/drawing/2014/main" id="{C7F33CD5-054E-D3F2-71ED-E018B8A2F22C}"/>
              </a:ext>
            </a:extLst>
          </p:cNvPr>
          <p:cNvGrpSpPr/>
          <p:nvPr/>
        </p:nvGrpSpPr>
        <p:grpSpPr>
          <a:xfrm rot="3232825">
            <a:off x="16668462" y="6284107"/>
            <a:ext cx="548417" cy="548417"/>
            <a:chOff x="0" y="0"/>
            <a:chExt cx="812800" cy="812800"/>
          </a:xfrm>
        </p:grpSpPr>
        <p:sp>
          <p:nvSpPr>
            <p:cNvPr id="20" name="Freeform 20">
              <a:extLst>
                <a:ext uri="{FF2B5EF4-FFF2-40B4-BE49-F238E27FC236}">
                  <a16:creationId xmlns:a16="http://schemas.microsoft.com/office/drawing/2014/main" id="{B5661852-4ECB-32BA-9FC5-B9A90AC7F8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21" name="TextBox 21">
              <a:extLst>
                <a:ext uri="{FF2B5EF4-FFF2-40B4-BE49-F238E27FC236}">
                  <a16:creationId xmlns:a16="http://schemas.microsoft.com/office/drawing/2014/main" id="{47E2B10A-AD98-84AF-D17F-ECC68524E67A}"/>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pic>
        <p:nvPicPr>
          <p:cNvPr id="4" name="Picture 3">
            <a:extLst>
              <a:ext uri="{FF2B5EF4-FFF2-40B4-BE49-F238E27FC236}">
                <a16:creationId xmlns:a16="http://schemas.microsoft.com/office/drawing/2014/main" id="{A6B707A6-7B6D-C727-3020-972C47B93955}"/>
              </a:ext>
            </a:extLst>
          </p:cNvPr>
          <p:cNvPicPr>
            <a:picLocks noChangeAspect="1"/>
          </p:cNvPicPr>
          <p:nvPr/>
        </p:nvPicPr>
        <p:blipFill>
          <a:blip r:embed="rId3"/>
          <a:srcRect t="3250" r="71" b="-125"/>
          <a:stretch>
            <a:fillRect/>
          </a:stretch>
        </p:blipFill>
        <p:spPr>
          <a:xfrm>
            <a:off x="171450" y="1199471"/>
            <a:ext cx="11446344" cy="8443019"/>
          </a:xfrm>
          <a:prstGeom prst="rect">
            <a:avLst/>
          </a:prstGeom>
        </p:spPr>
      </p:pic>
      <p:sp>
        <p:nvSpPr>
          <p:cNvPr id="6" name="TextBox 8">
            <a:extLst>
              <a:ext uri="{FF2B5EF4-FFF2-40B4-BE49-F238E27FC236}">
                <a16:creationId xmlns:a16="http://schemas.microsoft.com/office/drawing/2014/main" id="{D609CF22-B3AB-7B87-C7FF-ABFF76AEC07E}"/>
              </a:ext>
            </a:extLst>
          </p:cNvPr>
          <p:cNvSpPr txBox="1"/>
          <p:nvPr/>
        </p:nvSpPr>
        <p:spPr>
          <a:xfrm>
            <a:off x="736728" y="196127"/>
            <a:ext cx="16168785" cy="769441"/>
          </a:xfrm>
          <a:prstGeom prst="rect">
            <a:avLst/>
          </a:prstGeom>
        </p:spPr>
        <p:txBody>
          <a:bodyPr wrap="square" lIns="0" tIns="0" rIns="0" bIns="0" rtlCol="0" anchor="t">
            <a:spAutoFit/>
          </a:bodyPr>
          <a:lstStyle/>
          <a:p>
            <a:pPr>
              <a:lnSpc>
                <a:spcPts val="5973"/>
              </a:lnSpc>
            </a:pPr>
            <a:r>
              <a:rPr lang="en-US" sz="5350">
                <a:solidFill>
                  <a:srgbClr val="FFFFFF"/>
                </a:solidFill>
                <a:ea typeface="+mn-lt"/>
                <a:cs typeface="+mn-lt"/>
              </a:rPr>
              <a:t>Fraud Distribution Between Transfer and Cash Out</a:t>
            </a:r>
            <a:endParaRPr lang="en-US"/>
          </a:p>
        </p:txBody>
      </p:sp>
      <p:sp>
        <p:nvSpPr>
          <p:cNvPr id="3" name="TextBox 2">
            <a:extLst>
              <a:ext uri="{FF2B5EF4-FFF2-40B4-BE49-F238E27FC236}">
                <a16:creationId xmlns:a16="http://schemas.microsoft.com/office/drawing/2014/main" id="{96023B33-9C26-5E49-4908-40AA3FBE2AE2}"/>
              </a:ext>
            </a:extLst>
          </p:cNvPr>
          <p:cNvSpPr txBox="1"/>
          <p:nvPr/>
        </p:nvSpPr>
        <p:spPr>
          <a:xfrm>
            <a:off x="11778342" y="1953985"/>
            <a:ext cx="590005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ea typeface="+mn-lt"/>
                <a:cs typeface="+mn-lt"/>
              </a:rPr>
              <a:t>Fraud is almost evenly split between TRANSFER and CASH_OUT transactions. Each type accounts for roughly half of all fraud cases. This means both transaction types are equally risky and need close monitoring.</a:t>
            </a:r>
          </a:p>
          <a:p>
            <a:pPr algn="ctr"/>
            <a:endParaRPr lang="en-US"/>
          </a:p>
        </p:txBody>
      </p:sp>
    </p:spTree>
    <p:extLst>
      <p:ext uri="{BB962C8B-B14F-4D97-AF65-F5344CB8AC3E}">
        <p14:creationId xmlns:p14="http://schemas.microsoft.com/office/powerpoint/2010/main" val="3998568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589D4325-0023-DB65-34EC-A20576243E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8F56F3C-0E13-7ACE-C2D6-EFC37B7034BD}"/>
              </a:ext>
            </a:extLst>
          </p:cNvPr>
          <p:cNvSpPr/>
          <p:nvPr/>
        </p:nvSpPr>
        <p:spPr>
          <a:xfrm>
            <a:off x="13493692" y="201531"/>
            <a:ext cx="4648056" cy="7380370"/>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lIns="91440" tIns="45720" rIns="91440" bIns="45720" anchor="t"/>
          <a:lstStyle/>
          <a:p>
            <a:r>
              <a:rPr lang="en-ZA">
                <a:solidFill>
                  <a:schemeClr val="bg1"/>
                </a:solidFill>
                <a:ea typeface="+mn-lt"/>
                <a:cs typeface="+mn-lt"/>
              </a:rPr>
              <a:t>Out of 6,362,620 total transactions, only 8,213 are fraudulent — that's 0.129%, or roughly 1 in every 775 transactions.</a:t>
            </a:r>
            <a:endParaRPr lang="en-US">
              <a:solidFill>
                <a:schemeClr val="bg1"/>
              </a:solidFill>
              <a:ea typeface="Calibri"/>
              <a:cs typeface="Calibri"/>
            </a:endParaRPr>
          </a:p>
          <a:p>
            <a:r>
              <a:rPr lang="en-ZA">
                <a:solidFill>
                  <a:schemeClr val="bg1"/>
                </a:solidFill>
                <a:ea typeface="+mn-lt"/>
                <a:cs typeface="+mn-lt"/>
              </a:rPr>
              <a:t>The bar chart uses a log scale because on a normal scale, fraud would be invisible next to legitimate volume.</a:t>
            </a:r>
            <a:endParaRPr lang="en-ZA">
              <a:solidFill>
                <a:schemeClr val="bg1"/>
              </a:solidFill>
              <a:ea typeface="Calibri"/>
              <a:cs typeface="Calibri"/>
            </a:endParaRPr>
          </a:p>
          <a:p>
            <a:r>
              <a:rPr lang="en-ZA">
                <a:solidFill>
                  <a:schemeClr val="bg1"/>
                </a:solidFill>
                <a:ea typeface="+mn-lt"/>
                <a:cs typeface="+mn-lt"/>
              </a:rPr>
              <a:t>The donut chart shows the same story as a proportion: 99.87% legitimate vs. 0.13% fraud.</a:t>
            </a:r>
            <a:endParaRPr lang="en-ZA">
              <a:solidFill>
                <a:schemeClr val="bg1"/>
              </a:solidFill>
              <a:ea typeface="Calibri"/>
              <a:cs typeface="Calibri"/>
            </a:endParaRPr>
          </a:p>
          <a:p>
            <a:r>
              <a:rPr lang="en-ZA">
                <a:solidFill>
                  <a:schemeClr val="bg1"/>
                </a:solidFill>
                <a:ea typeface="+mn-lt"/>
                <a:cs typeface="+mn-lt"/>
              </a:rPr>
              <a:t>Why it matters:</a:t>
            </a:r>
            <a:endParaRPr lang="en-ZA">
              <a:solidFill>
                <a:schemeClr val="bg1"/>
              </a:solidFill>
              <a:ea typeface="Calibri"/>
              <a:cs typeface="Calibri"/>
            </a:endParaRPr>
          </a:p>
          <a:p>
            <a:r>
              <a:rPr lang="en-ZA">
                <a:solidFill>
                  <a:schemeClr val="bg1"/>
                </a:solidFill>
                <a:ea typeface="+mn-lt"/>
                <a:cs typeface="+mn-lt"/>
              </a:rPr>
              <a:t>A model could hit 99.8%+ accuracy just by </a:t>
            </a:r>
            <a:r>
              <a:rPr lang="en-ZA" err="1">
                <a:solidFill>
                  <a:schemeClr val="bg1"/>
                </a:solidFill>
                <a:ea typeface="+mn-lt"/>
                <a:cs typeface="+mn-lt"/>
              </a:rPr>
              <a:t>labeling</a:t>
            </a:r>
            <a:r>
              <a:rPr lang="en-ZA">
                <a:solidFill>
                  <a:schemeClr val="bg1"/>
                </a:solidFill>
                <a:ea typeface="+mn-lt"/>
                <a:cs typeface="+mn-lt"/>
              </a:rPr>
              <a:t> everything "not fraud" — so accuracy alone is a useless metric here.</a:t>
            </a:r>
            <a:endParaRPr lang="en-ZA">
              <a:solidFill>
                <a:schemeClr val="bg1"/>
              </a:solidFill>
              <a:ea typeface="Calibri"/>
              <a:cs typeface="Calibri"/>
            </a:endParaRPr>
          </a:p>
          <a:p>
            <a:r>
              <a:rPr lang="en-ZA">
                <a:solidFill>
                  <a:schemeClr val="bg1"/>
                </a:solidFill>
                <a:ea typeface="+mn-lt"/>
                <a:cs typeface="+mn-lt"/>
              </a:rPr>
              <a:t>This is the core justification for balancing the dataset (under sampling) before training any model.</a:t>
            </a:r>
            <a:endParaRPr lang="en-ZA">
              <a:solidFill>
                <a:schemeClr val="bg1"/>
              </a:solidFill>
              <a:ea typeface="Calibri"/>
              <a:cs typeface="Calibri"/>
            </a:endParaRPr>
          </a:p>
          <a:p>
            <a:endParaRPr lang="en-ZA">
              <a:solidFill>
                <a:schemeClr val="bg1"/>
              </a:solidFill>
              <a:ea typeface="Calibri"/>
              <a:cs typeface="Calibri"/>
            </a:endParaRPr>
          </a:p>
        </p:txBody>
      </p:sp>
      <p:sp>
        <p:nvSpPr>
          <p:cNvPr id="9" name="Freeform 9">
            <a:extLst>
              <a:ext uri="{FF2B5EF4-FFF2-40B4-BE49-F238E27FC236}">
                <a16:creationId xmlns:a16="http://schemas.microsoft.com/office/drawing/2014/main" id="{78696233-D053-76F8-ADEA-79136810EF7C}"/>
              </a:ext>
            </a:extLst>
          </p:cNvPr>
          <p:cNvSpPr/>
          <p:nvPr/>
        </p:nvSpPr>
        <p:spPr>
          <a:xfrm>
            <a:off x="11807348" y="3649521"/>
            <a:ext cx="14662911" cy="14662911"/>
          </a:xfrm>
          <a:custGeom>
            <a:avLst/>
            <a:gdLst/>
            <a:ahLst/>
            <a:cxnLst/>
            <a:rect l="l" t="t" r="r" b="b"/>
            <a:pathLst>
              <a:path w="14662911" h="14662911">
                <a:moveTo>
                  <a:pt x="0" y="0"/>
                </a:moveTo>
                <a:lnTo>
                  <a:pt x="14662911" y="0"/>
                </a:lnTo>
                <a:lnTo>
                  <a:pt x="14662911" y="14662910"/>
                </a:lnTo>
                <a:lnTo>
                  <a:pt x="0" y="146629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0" name="Group 10">
            <a:extLst>
              <a:ext uri="{FF2B5EF4-FFF2-40B4-BE49-F238E27FC236}">
                <a16:creationId xmlns:a16="http://schemas.microsoft.com/office/drawing/2014/main" id="{BC85F3B3-4946-6609-460A-533F22216A08}"/>
              </a:ext>
            </a:extLst>
          </p:cNvPr>
          <p:cNvGrpSpPr/>
          <p:nvPr/>
        </p:nvGrpSpPr>
        <p:grpSpPr>
          <a:xfrm rot="3232825">
            <a:off x="13187790" y="7350277"/>
            <a:ext cx="8991874" cy="8991874"/>
            <a:chOff x="0" y="0"/>
            <a:chExt cx="812800" cy="812800"/>
          </a:xfrm>
        </p:grpSpPr>
        <p:sp>
          <p:nvSpPr>
            <p:cNvPr id="11" name="Freeform 11">
              <a:extLst>
                <a:ext uri="{FF2B5EF4-FFF2-40B4-BE49-F238E27FC236}">
                  <a16:creationId xmlns:a16="http://schemas.microsoft.com/office/drawing/2014/main" id="{E363E42A-FFF6-8600-78EA-35806A8985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2" name="TextBox 12">
              <a:extLst>
                <a:ext uri="{FF2B5EF4-FFF2-40B4-BE49-F238E27FC236}">
                  <a16:creationId xmlns:a16="http://schemas.microsoft.com/office/drawing/2014/main" id="{FAA30D46-B147-3B05-6B99-326704A62567}"/>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3" name="Group 13">
            <a:extLst>
              <a:ext uri="{FF2B5EF4-FFF2-40B4-BE49-F238E27FC236}">
                <a16:creationId xmlns:a16="http://schemas.microsoft.com/office/drawing/2014/main" id="{4F234DF1-6B75-77FD-579D-910CF272CDB5}"/>
              </a:ext>
            </a:extLst>
          </p:cNvPr>
          <p:cNvGrpSpPr/>
          <p:nvPr/>
        </p:nvGrpSpPr>
        <p:grpSpPr>
          <a:xfrm rot="3232825">
            <a:off x="10013039" y="9383175"/>
            <a:ext cx="2054878" cy="2054878"/>
            <a:chOff x="0" y="0"/>
            <a:chExt cx="812800" cy="812800"/>
          </a:xfrm>
        </p:grpSpPr>
        <p:sp>
          <p:nvSpPr>
            <p:cNvPr id="14" name="Freeform 14">
              <a:extLst>
                <a:ext uri="{FF2B5EF4-FFF2-40B4-BE49-F238E27FC236}">
                  <a16:creationId xmlns:a16="http://schemas.microsoft.com/office/drawing/2014/main" id="{95CDA011-04D7-97BC-E5CF-0AD498B7B6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5" name="TextBox 15">
              <a:extLst>
                <a:ext uri="{FF2B5EF4-FFF2-40B4-BE49-F238E27FC236}">
                  <a16:creationId xmlns:a16="http://schemas.microsoft.com/office/drawing/2014/main" id="{3003FFAC-0137-8175-C117-57D325FC76C4}"/>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6" name="Group 16">
            <a:extLst>
              <a:ext uri="{FF2B5EF4-FFF2-40B4-BE49-F238E27FC236}">
                <a16:creationId xmlns:a16="http://schemas.microsoft.com/office/drawing/2014/main" id="{215E9ADF-E109-AEAA-5C19-3F6DF0BF98CE}"/>
              </a:ext>
            </a:extLst>
          </p:cNvPr>
          <p:cNvGrpSpPr/>
          <p:nvPr/>
        </p:nvGrpSpPr>
        <p:grpSpPr>
          <a:xfrm rot="3232825">
            <a:off x="427866" y="8876361"/>
            <a:ext cx="1280004" cy="1280004"/>
            <a:chOff x="0" y="0"/>
            <a:chExt cx="812800" cy="812800"/>
          </a:xfrm>
        </p:grpSpPr>
        <p:sp>
          <p:nvSpPr>
            <p:cNvPr id="17" name="Freeform 17">
              <a:extLst>
                <a:ext uri="{FF2B5EF4-FFF2-40B4-BE49-F238E27FC236}">
                  <a16:creationId xmlns:a16="http://schemas.microsoft.com/office/drawing/2014/main" id="{977D4151-A8A6-FC03-6117-204B302941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18" name="TextBox 18">
              <a:extLst>
                <a:ext uri="{FF2B5EF4-FFF2-40B4-BE49-F238E27FC236}">
                  <a16:creationId xmlns:a16="http://schemas.microsoft.com/office/drawing/2014/main" id="{FA0FF338-FF8D-46B0-2958-861ECB9A4DB1}"/>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9" name="Group 19">
            <a:extLst>
              <a:ext uri="{FF2B5EF4-FFF2-40B4-BE49-F238E27FC236}">
                <a16:creationId xmlns:a16="http://schemas.microsoft.com/office/drawing/2014/main" id="{90881D81-8F41-9FAF-727F-A450C86D5DAA}"/>
              </a:ext>
            </a:extLst>
          </p:cNvPr>
          <p:cNvGrpSpPr/>
          <p:nvPr/>
        </p:nvGrpSpPr>
        <p:grpSpPr>
          <a:xfrm rot="3232825">
            <a:off x="16668462" y="6284107"/>
            <a:ext cx="548417" cy="548417"/>
            <a:chOff x="0" y="0"/>
            <a:chExt cx="812800" cy="812800"/>
          </a:xfrm>
        </p:grpSpPr>
        <p:sp>
          <p:nvSpPr>
            <p:cNvPr id="20" name="Freeform 20">
              <a:extLst>
                <a:ext uri="{FF2B5EF4-FFF2-40B4-BE49-F238E27FC236}">
                  <a16:creationId xmlns:a16="http://schemas.microsoft.com/office/drawing/2014/main" id="{AEE64003-52BF-63EA-3FC0-4375DFF0FB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21" name="TextBox 21">
              <a:extLst>
                <a:ext uri="{FF2B5EF4-FFF2-40B4-BE49-F238E27FC236}">
                  <a16:creationId xmlns:a16="http://schemas.microsoft.com/office/drawing/2014/main" id="{DAA0673C-3FD3-0787-2FD1-BCFDFBFFE24C}"/>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pic>
        <p:nvPicPr>
          <p:cNvPr id="4" name="Picture 3">
            <a:extLst>
              <a:ext uri="{FF2B5EF4-FFF2-40B4-BE49-F238E27FC236}">
                <a16:creationId xmlns:a16="http://schemas.microsoft.com/office/drawing/2014/main" id="{D0D9CF29-D1D0-8D56-1085-A4BD93F84B23}"/>
              </a:ext>
            </a:extLst>
          </p:cNvPr>
          <p:cNvPicPr>
            <a:picLocks noChangeAspect="1"/>
          </p:cNvPicPr>
          <p:nvPr/>
        </p:nvPicPr>
        <p:blipFill>
          <a:blip r:embed="rId3"/>
          <a:stretch>
            <a:fillRect/>
          </a:stretch>
        </p:blipFill>
        <p:spPr>
          <a:xfrm>
            <a:off x="4761" y="0"/>
            <a:ext cx="13281933" cy="9122229"/>
          </a:xfrm>
          <a:prstGeom prst="rect">
            <a:avLst/>
          </a:prstGeom>
        </p:spPr>
      </p:pic>
    </p:spTree>
    <p:extLst>
      <p:ext uri="{BB962C8B-B14F-4D97-AF65-F5344CB8AC3E}">
        <p14:creationId xmlns:p14="http://schemas.microsoft.com/office/powerpoint/2010/main" val="185482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FFFF5915-6E20-0695-B8C0-887768420F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D633F4-9EAB-FDAE-CFFA-05C32E571AC4}"/>
              </a:ext>
            </a:extLst>
          </p:cNvPr>
          <p:cNvSpPr/>
          <p:nvPr/>
        </p:nvSpPr>
        <p:spPr>
          <a:xfrm>
            <a:off x="-8038251" y="-9519411"/>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9" name="Freeform 9">
            <a:extLst>
              <a:ext uri="{FF2B5EF4-FFF2-40B4-BE49-F238E27FC236}">
                <a16:creationId xmlns:a16="http://schemas.microsoft.com/office/drawing/2014/main" id="{21E20596-C76E-FFCF-CF61-003E774CC3FA}"/>
              </a:ext>
            </a:extLst>
          </p:cNvPr>
          <p:cNvSpPr/>
          <p:nvPr/>
        </p:nvSpPr>
        <p:spPr>
          <a:xfrm>
            <a:off x="11807348" y="3649521"/>
            <a:ext cx="14662911" cy="14662911"/>
          </a:xfrm>
          <a:custGeom>
            <a:avLst/>
            <a:gdLst/>
            <a:ahLst/>
            <a:cxnLst/>
            <a:rect l="l" t="t" r="r" b="b"/>
            <a:pathLst>
              <a:path w="14662911" h="14662911">
                <a:moveTo>
                  <a:pt x="0" y="0"/>
                </a:moveTo>
                <a:lnTo>
                  <a:pt x="14662911" y="0"/>
                </a:lnTo>
                <a:lnTo>
                  <a:pt x="14662911" y="14662910"/>
                </a:lnTo>
                <a:lnTo>
                  <a:pt x="0" y="146629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0" name="Group 10">
            <a:extLst>
              <a:ext uri="{FF2B5EF4-FFF2-40B4-BE49-F238E27FC236}">
                <a16:creationId xmlns:a16="http://schemas.microsoft.com/office/drawing/2014/main" id="{F5356FF0-B761-1020-7AE1-11A0A587459B}"/>
              </a:ext>
            </a:extLst>
          </p:cNvPr>
          <p:cNvGrpSpPr/>
          <p:nvPr/>
        </p:nvGrpSpPr>
        <p:grpSpPr>
          <a:xfrm rot="3232825">
            <a:off x="13187790" y="7350277"/>
            <a:ext cx="8991874" cy="8991874"/>
            <a:chOff x="0" y="0"/>
            <a:chExt cx="812800" cy="812800"/>
          </a:xfrm>
        </p:grpSpPr>
        <p:sp>
          <p:nvSpPr>
            <p:cNvPr id="11" name="Freeform 11">
              <a:extLst>
                <a:ext uri="{FF2B5EF4-FFF2-40B4-BE49-F238E27FC236}">
                  <a16:creationId xmlns:a16="http://schemas.microsoft.com/office/drawing/2014/main" id="{55E4D960-E0DA-7CE8-F63E-90897A11BD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2" name="TextBox 12">
              <a:extLst>
                <a:ext uri="{FF2B5EF4-FFF2-40B4-BE49-F238E27FC236}">
                  <a16:creationId xmlns:a16="http://schemas.microsoft.com/office/drawing/2014/main" id="{A96A9606-59D4-C204-3054-C343CD29BCCF}"/>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3" name="Group 13">
            <a:extLst>
              <a:ext uri="{FF2B5EF4-FFF2-40B4-BE49-F238E27FC236}">
                <a16:creationId xmlns:a16="http://schemas.microsoft.com/office/drawing/2014/main" id="{BCA53B5D-6953-90EF-F3C3-183CED01FB2B}"/>
              </a:ext>
            </a:extLst>
          </p:cNvPr>
          <p:cNvGrpSpPr/>
          <p:nvPr/>
        </p:nvGrpSpPr>
        <p:grpSpPr>
          <a:xfrm rot="3232825">
            <a:off x="10013039" y="9383175"/>
            <a:ext cx="2054878" cy="2054878"/>
            <a:chOff x="0" y="0"/>
            <a:chExt cx="812800" cy="812800"/>
          </a:xfrm>
        </p:grpSpPr>
        <p:sp>
          <p:nvSpPr>
            <p:cNvPr id="14" name="Freeform 14">
              <a:extLst>
                <a:ext uri="{FF2B5EF4-FFF2-40B4-BE49-F238E27FC236}">
                  <a16:creationId xmlns:a16="http://schemas.microsoft.com/office/drawing/2014/main" id="{65157DAD-AD03-696D-64EE-0372DDE066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5" name="TextBox 15">
              <a:extLst>
                <a:ext uri="{FF2B5EF4-FFF2-40B4-BE49-F238E27FC236}">
                  <a16:creationId xmlns:a16="http://schemas.microsoft.com/office/drawing/2014/main" id="{32EFE7F8-3B3F-C4EC-2F1A-77C45B6824F9}"/>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6" name="Group 16">
            <a:extLst>
              <a:ext uri="{FF2B5EF4-FFF2-40B4-BE49-F238E27FC236}">
                <a16:creationId xmlns:a16="http://schemas.microsoft.com/office/drawing/2014/main" id="{B4DB4714-14F3-B04C-9B5F-3BEE5A4E29AF}"/>
              </a:ext>
            </a:extLst>
          </p:cNvPr>
          <p:cNvGrpSpPr/>
          <p:nvPr/>
        </p:nvGrpSpPr>
        <p:grpSpPr>
          <a:xfrm rot="3232825">
            <a:off x="427866" y="8876361"/>
            <a:ext cx="1280004" cy="1280004"/>
            <a:chOff x="0" y="0"/>
            <a:chExt cx="812800" cy="812800"/>
          </a:xfrm>
        </p:grpSpPr>
        <p:sp>
          <p:nvSpPr>
            <p:cNvPr id="17" name="Freeform 17">
              <a:extLst>
                <a:ext uri="{FF2B5EF4-FFF2-40B4-BE49-F238E27FC236}">
                  <a16:creationId xmlns:a16="http://schemas.microsoft.com/office/drawing/2014/main" id="{F1C3B6FD-D02B-3144-13DA-A7CE0AD346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18" name="TextBox 18">
              <a:extLst>
                <a:ext uri="{FF2B5EF4-FFF2-40B4-BE49-F238E27FC236}">
                  <a16:creationId xmlns:a16="http://schemas.microsoft.com/office/drawing/2014/main" id="{850A1F50-8F75-3FC6-30D4-134C870A64D3}"/>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9" name="Group 19">
            <a:extLst>
              <a:ext uri="{FF2B5EF4-FFF2-40B4-BE49-F238E27FC236}">
                <a16:creationId xmlns:a16="http://schemas.microsoft.com/office/drawing/2014/main" id="{21049A7A-D26B-57C1-6291-412412EA8455}"/>
              </a:ext>
            </a:extLst>
          </p:cNvPr>
          <p:cNvGrpSpPr/>
          <p:nvPr/>
        </p:nvGrpSpPr>
        <p:grpSpPr>
          <a:xfrm rot="3232825">
            <a:off x="16668462" y="6284107"/>
            <a:ext cx="548417" cy="548417"/>
            <a:chOff x="0" y="0"/>
            <a:chExt cx="812800" cy="812800"/>
          </a:xfrm>
        </p:grpSpPr>
        <p:sp>
          <p:nvSpPr>
            <p:cNvPr id="20" name="Freeform 20">
              <a:extLst>
                <a:ext uri="{FF2B5EF4-FFF2-40B4-BE49-F238E27FC236}">
                  <a16:creationId xmlns:a16="http://schemas.microsoft.com/office/drawing/2014/main" id="{51F2A80B-1EA0-F076-8F7A-89750CAFAE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21" name="TextBox 21">
              <a:extLst>
                <a:ext uri="{FF2B5EF4-FFF2-40B4-BE49-F238E27FC236}">
                  <a16:creationId xmlns:a16="http://schemas.microsoft.com/office/drawing/2014/main" id="{691C93E6-42C1-2333-BDC9-8C6154BE73A2}"/>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pic>
        <p:nvPicPr>
          <p:cNvPr id="4" name="Picture 3">
            <a:extLst>
              <a:ext uri="{FF2B5EF4-FFF2-40B4-BE49-F238E27FC236}">
                <a16:creationId xmlns:a16="http://schemas.microsoft.com/office/drawing/2014/main" id="{D37EF685-2A4F-AC71-5A56-D53130625A42}"/>
              </a:ext>
            </a:extLst>
          </p:cNvPr>
          <p:cNvPicPr>
            <a:picLocks noChangeAspect="1"/>
          </p:cNvPicPr>
          <p:nvPr/>
        </p:nvPicPr>
        <p:blipFill>
          <a:blip r:embed="rId3"/>
          <a:stretch>
            <a:fillRect/>
          </a:stretch>
        </p:blipFill>
        <p:spPr>
          <a:xfrm>
            <a:off x="6623276" y="18370"/>
            <a:ext cx="11398704" cy="4992461"/>
          </a:xfrm>
          <a:prstGeom prst="rect">
            <a:avLst/>
          </a:prstGeom>
        </p:spPr>
      </p:pic>
      <p:pic>
        <p:nvPicPr>
          <p:cNvPr id="6" name="Picture 5">
            <a:extLst>
              <a:ext uri="{FF2B5EF4-FFF2-40B4-BE49-F238E27FC236}">
                <a16:creationId xmlns:a16="http://schemas.microsoft.com/office/drawing/2014/main" id="{4878A186-2E61-16EE-6FBD-65D02BB22709}"/>
              </a:ext>
            </a:extLst>
          </p:cNvPr>
          <p:cNvPicPr>
            <a:picLocks noChangeAspect="1"/>
          </p:cNvPicPr>
          <p:nvPr/>
        </p:nvPicPr>
        <p:blipFill>
          <a:blip r:embed="rId4"/>
          <a:stretch>
            <a:fillRect/>
          </a:stretch>
        </p:blipFill>
        <p:spPr>
          <a:xfrm>
            <a:off x="169409" y="5027160"/>
            <a:ext cx="10873467" cy="5261882"/>
          </a:xfrm>
          <a:prstGeom prst="rect">
            <a:avLst/>
          </a:prstGeom>
        </p:spPr>
      </p:pic>
    </p:spTree>
    <p:extLst>
      <p:ext uri="{BB962C8B-B14F-4D97-AF65-F5344CB8AC3E}">
        <p14:creationId xmlns:p14="http://schemas.microsoft.com/office/powerpoint/2010/main" val="4056392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7" name="Group 7"/>
          <p:cNvGrpSpPr/>
          <p:nvPr/>
        </p:nvGrpSpPr>
        <p:grpSpPr>
          <a:xfrm>
            <a:off x="333456" y="2186601"/>
            <a:ext cx="4583720" cy="1213084"/>
            <a:chOff x="0" y="0"/>
            <a:chExt cx="1146294" cy="1852980"/>
          </a:xfrm>
        </p:grpSpPr>
        <p:sp>
          <p:nvSpPr>
            <p:cNvPr id="8" name="Freeform 8"/>
            <p:cNvSpPr/>
            <p:nvPr/>
          </p:nvSpPr>
          <p:spPr>
            <a:xfrm>
              <a:off x="0" y="0"/>
              <a:ext cx="1146294" cy="1852980"/>
            </a:xfrm>
            <a:custGeom>
              <a:avLst/>
              <a:gdLst/>
              <a:ahLst/>
              <a:cxnLst/>
              <a:rect l="l" t="t" r="r" b="b"/>
              <a:pathLst>
                <a:path w="1146294" h="1852980">
                  <a:moveTo>
                    <a:pt x="67594" y="0"/>
                  </a:moveTo>
                  <a:lnTo>
                    <a:pt x="1078700" y="0"/>
                  </a:lnTo>
                  <a:cubicBezTo>
                    <a:pt x="1116031" y="0"/>
                    <a:pt x="1146294" y="30263"/>
                    <a:pt x="1146294" y="67594"/>
                  </a:cubicBezTo>
                  <a:lnTo>
                    <a:pt x="1146294" y="1785386"/>
                  </a:lnTo>
                  <a:cubicBezTo>
                    <a:pt x="1146294" y="1803313"/>
                    <a:pt x="1139173" y="1820506"/>
                    <a:pt x="1126497" y="1833182"/>
                  </a:cubicBezTo>
                  <a:cubicBezTo>
                    <a:pt x="1113820" y="1845859"/>
                    <a:pt x="1096627" y="1852980"/>
                    <a:pt x="1078700" y="1852980"/>
                  </a:cubicBezTo>
                  <a:lnTo>
                    <a:pt x="67594" y="1852980"/>
                  </a:lnTo>
                  <a:cubicBezTo>
                    <a:pt x="49667" y="1852980"/>
                    <a:pt x="32474" y="1845859"/>
                    <a:pt x="19798" y="1833182"/>
                  </a:cubicBezTo>
                  <a:cubicBezTo>
                    <a:pt x="7122" y="1820506"/>
                    <a:pt x="0" y="1803313"/>
                    <a:pt x="0" y="1785386"/>
                  </a:cubicBezTo>
                  <a:lnTo>
                    <a:pt x="0" y="67594"/>
                  </a:lnTo>
                  <a:cubicBezTo>
                    <a:pt x="0" y="49667"/>
                    <a:pt x="7122" y="32474"/>
                    <a:pt x="19798" y="19798"/>
                  </a:cubicBezTo>
                  <a:cubicBezTo>
                    <a:pt x="32474" y="7122"/>
                    <a:pt x="49667" y="0"/>
                    <a:pt x="67594"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rnd">
              <a:noFill/>
              <a:prstDash val="solid"/>
              <a:round/>
            </a:ln>
          </p:spPr>
          <p:txBody>
            <a:bodyPr/>
            <a:lstStyle/>
            <a:p>
              <a:endParaRPr lang="en-ZA"/>
            </a:p>
          </p:txBody>
        </p:sp>
        <p:sp>
          <p:nvSpPr>
            <p:cNvPr id="9" name="TextBox 9"/>
            <p:cNvSpPr txBox="1"/>
            <p:nvPr/>
          </p:nvSpPr>
          <p:spPr>
            <a:xfrm>
              <a:off x="0" y="-9525"/>
              <a:ext cx="1146294" cy="1862505"/>
            </a:xfrm>
            <a:prstGeom prst="rect">
              <a:avLst/>
            </a:prstGeom>
          </p:spPr>
          <p:txBody>
            <a:bodyPr lIns="50800" tIns="50800" rIns="50800" bIns="50800" rtlCol="0" anchor="ctr"/>
            <a:lstStyle/>
            <a:p>
              <a:pPr algn="ctr">
                <a:lnSpc>
                  <a:spcPts val="2220"/>
                </a:lnSpc>
              </a:pPr>
              <a:endParaRPr/>
            </a:p>
          </p:txBody>
        </p:sp>
      </p:grpSp>
      <p:sp>
        <p:nvSpPr>
          <p:cNvPr id="15" name="TextBox 15"/>
          <p:cNvSpPr txBox="1"/>
          <p:nvPr/>
        </p:nvSpPr>
        <p:spPr>
          <a:xfrm>
            <a:off x="5688947" y="386382"/>
            <a:ext cx="7015054" cy="770339"/>
          </a:xfrm>
          <a:prstGeom prst="rect">
            <a:avLst/>
          </a:prstGeom>
        </p:spPr>
        <p:txBody>
          <a:bodyPr wrap="square" lIns="0" tIns="0" rIns="0" bIns="0" rtlCol="0" anchor="t">
            <a:spAutoFit/>
          </a:bodyPr>
          <a:lstStyle/>
          <a:p>
            <a:pPr algn="l">
              <a:lnSpc>
                <a:spcPts val="5973"/>
              </a:lnSpc>
            </a:pPr>
            <a:r>
              <a:rPr lang="en-US" sz="5381" dirty="0">
                <a:solidFill>
                  <a:srgbClr val="FFFFFF"/>
                </a:solidFill>
                <a:latin typeface="Poppins"/>
                <a:ea typeface="Poppins"/>
                <a:cs typeface="Poppins"/>
                <a:sym typeface="Poppins"/>
              </a:rPr>
              <a:t>Data Preprocessing</a:t>
            </a:r>
          </a:p>
        </p:txBody>
      </p:sp>
      <p:sp>
        <p:nvSpPr>
          <p:cNvPr id="16" name="TextBox 16"/>
          <p:cNvSpPr txBox="1"/>
          <p:nvPr/>
        </p:nvSpPr>
        <p:spPr>
          <a:xfrm>
            <a:off x="835593" y="2531070"/>
            <a:ext cx="3647197" cy="718145"/>
          </a:xfrm>
          <a:prstGeom prst="rect">
            <a:avLst/>
          </a:prstGeom>
        </p:spPr>
        <p:txBody>
          <a:bodyPr wrap="square" lIns="0" tIns="0" rIns="0" bIns="0" rtlCol="0" anchor="t">
            <a:spAutoFit/>
          </a:bodyPr>
          <a:lstStyle/>
          <a:p>
            <a:pPr algn="ctr">
              <a:lnSpc>
                <a:spcPts val="2774"/>
              </a:lnSpc>
            </a:pPr>
            <a:r>
              <a:rPr lang="en-US" sz="2499">
                <a:solidFill>
                  <a:srgbClr val="FFFFFF"/>
                </a:solidFill>
                <a:latin typeface="Poppins"/>
                <a:ea typeface="Poppins"/>
                <a:cs typeface="Poppins"/>
                <a:sym typeface="Poppins"/>
              </a:rPr>
              <a:t>Check for missing values</a:t>
            </a:r>
          </a:p>
        </p:txBody>
      </p:sp>
      <p:grpSp>
        <p:nvGrpSpPr>
          <p:cNvPr id="54" name="Group 7">
            <a:extLst>
              <a:ext uri="{FF2B5EF4-FFF2-40B4-BE49-F238E27FC236}">
                <a16:creationId xmlns:a16="http://schemas.microsoft.com/office/drawing/2014/main" id="{400A7C03-1962-9AF2-ADE6-8FA16968DC81}"/>
              </a:ext>
            </a:extLst>
          </p:cNvPr>
          <p:cNvGrpSpPr/>
          <p:nvPr/>
        </p:nvGrpSpPr>
        <p:grpSpPr>
          <a:xfrm>
            <a:off x="235693" y="7880371"/>
            <a:ext cx="4583720" cy="1213084"/>
            <a:chOff x="0" y="0"/>
            <a:chExt cx="1146294" cy="1852980"/>
          </a:xfrm>
        </p:grpSpPr>
        <p:sp>
          <p:nvSpPr>
            <p:cNvPr id="55" name="Freeform 8">
              <a:extLst>
                <a:ext uri="{FF2B5EF4-FFF2-40B4-BE49-F238E27FC236}">
                  <a16:creationId xmlns:a16="http://schemas.microsoft.com/office/drawing/2014/main" id="{3ACADBBB-1441-1F38-DC48-C11BCA353135}"/>
                </a:ext>
              </a:extLst>
            </p:cNvPr>
            <p:cNvSpPr/>
            <p:nvPr/>
          </p:nvSpPr>
          <p:spPr>
            <a:xfrm>
              <a:off x="0" y="0"/>
              <a:ext cx="1146294" cy="1852980"/>
            </a:xfrm>
            <a:custGeom>
              <a:avLst/>
              <a:gdLst/>
              <a:ahLst/>
              <a:cxnLst/>
              <a:rect l="l" t="t" r="r" b="b"/>
              <a:pathLst>
                <a:path w="1146294" h="1852980">
                  <a:moveTo>
                    <a:pt x="67594" y="0"/>
                  </a:moveTo>
                  <a:lnTo>
                    <a:pt x="1078700" y="0"/>
                  </a:lnTo>
                  <a:cubicBezTo>
                    <a:pt x="1116031" y="0"/>
                    <a:pt x="1146294" y="30263"/>
                    <a:pt x="1146294" y="67594"/>
                  </a:cubicBezTo>
                  <a:lnTo>
                    <a:pt x="1146294" y="1785386"/>
                  </a:lnTo>
                  <a:cubicBezTo>
                    <a:pt x="1146294" y="1803313"/>
                    <a:pt x="1139173" y="1820506"/>
                    <a:pt x="1126497" y="1833182"/>
                  </a:cubicBezTo>
                  <a:cubicBezTo>
                    <a:pt x="1113820" y="1845859"/>
                    <a:pt x="1096627" y="1852980"/>
                    <a:pt x="1078700" y="1852980"/>
                  </a:cubicBezTo>
                  <a:lnTo>
                    <a:pt x="67594" y="1852980"/>
                  </a:lnTo>
                  <a:cubicBezTo>
                    <a:pt x="49667" y="1852980"/>
                    <a:pt x="32474" y="1845859"/>
                    <a:pt x="19798" y="1833182"/>
                  </a:cubicBezTo>
                  <a:cubicBezTo>
                    <a:pt x="7122" y="1820506"/>
                    <a:pt x="0" y="1803313"/>
                    <a:pt x="0" y="1785386"/>
                  </a:cubicBezTo>
                  <a:lnTo>
                    <a:pt x="0" y="67594"/>
                  </a:lnTo>
                  <a:cubicBezTo>
                    <a:pt x="0" y="49667"/>
                    <a:pt x="7122" y="32474"/>
                    <a:pt x="19798" y="19798"/>
                  </a:cubicBezTo>
                  <a:cubicBezTo>
                    <a:pt x="32474" y="7122"/>
                    <a:pt x="49667" y="0"/>
                    <a:pt x="67594"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rnd">
              <a:noFill/>
              <a:prstDash val="solid"/>
              <a:round/>
            </a:ln>
          </p:spPr>
          <p:txBody>
            <a:bodyPr/>
            <a:lstStyle/>
            <a:p>
              <a:endParaRPr lang="en-ZA"/>
            </a:p>
          </p:txBody>
        </p:sp>
        <p:sp>
          <p:nvSpPr>
            <p:cNvPr id="56" name="TextBox 9">
              <a:extLst>
                <a:ext uri="{FF2B5EF4-FFF2-40B4-BE49-F238E27FC236}">
                  <a16:creationId xmlns:a16="http://schemas.microsoft.com/office/drawing/2014/main" id="{37238523-CE8D-2284-AB3C-8CA7DCCFFB30}"/>
                </a:ext>
              </a:extLst>
            </p:cNvPr>
            <p:cNvSpPr txBox="1"/>
            <p:nvPr/>
          </p:nvSpPr>
          <p:spPr>
            <a:xfrm>
              <a:off x="0" y="-9525"/>
              <a:ext cx="1146294" cy="1862505"/>
            </a:xfrm>
            <a:prstGeom prst="rect">
              <a:avLst/>
            </a:prstGeom>
          </p:spPr>
          <p:txBody>
            <a:bodyPr lIns="50800" tIns="50800" rIns="50800" bIns="50800" rtlCol="0" anchor="ctr"/>
            <a:lstStyle/>
            <a:p>
              <a:pPr algn="ctr">
                <a:lnSpc>
                  <a:spcPts val="2220"/>
                </a:lnSpc>
              </a:pPr>
              <a:endParaRPr/>
            </a:p>
          </p:txBody>
        </p:sp>
      </p:grpSp>
      <p:grpSp>
        <p:nvGrpSpPr>
          <p:cNvPr id="57" name="Group 10">
            <a:extLst>
              <a:ext uri="{FF2B5EF4-FFF2-40B4-BE49-F238E27FC236}">
                <a16:creationId xmlns:a16="http://schemas.microsoft.com/office/drawing/2014/main" id="{02489243-3704-FDD0-BA78-3353BD79C6AA}"/>
              </a:ext>
            </a:extLst>
          </p:cNvPr>
          <p:cNvGrpSpPr/>
          <p:nvPr/>
        </p:nvGrpSpPr>
        <p:grpSpPr>
          <a:xfrm>
            <a:off x="11834468" y="6037531"/>
            <a:ext cx="7779515" cy="3100409"/>
            <a:chOff x="-2255212" y="-93994"/>
            <a:chExt cx="2611847" cy="1028755"/>
          </a:xfrm>
        </p:grpSpPr>
        <p:sp>
          <p:nvSpPr>
            <p:cNvPr id="58" name="Freeform 11">
              <a:extLst>
                <a:ext uri="{FF2B5EF4-FFF2-40B4-BE49-F238E27FC236}">
                  <a16:creationId xmlns:a16="http://schemas.microsoft.com/office/drawing/2014/main" id="{ED87FAB7-9984-6317-82CE-1E67163113AA}"/>
                </a:ext>
              </a:extLst>
            </p:cNvPr>
            <p:cNvSpPr/>
            <p:nvPr/>
          </p:nvSpPr>
          <p:spPr>
            <a:xfrm>
              <a:off x="-2255212" y="485335"/>
              <a:ext cx="1503328" cy="449426"/>
            </a:xfrm>
            <a:custGeom>
              <a:avLst/>
              <a:gdLst/>
              <a:ahLst/>
              <a:cxnLst/>
              <a:rect l="l" t="t" r="r" b="b"/>
              <a:pathLst>
                <a:path w="1207235" h="1852980">
                  <a:moveTo>
                    <a:pt x="64182" y="0"/>
                  </a:moveTo>
                  <a:lnTo>
                    <a:pt x="1143053" y="0"/>
                  </a:lnTo>
                  <a:cubicBezTo>
                    <a:pt x="1178499" y="0"/>
                    <a:pt x="1207235" y="28735"/>
                    <a:pt x="1207235" y="64182"/>
                  </a:cubicBezTo>
                  <a:lnTo>
                    <a:pt x="1207235" y="1788798"/>
                  </a:lnTo>
                  <a:cubicBezTo>
                    <a:pt x="1207235" y="1824245"/>
                    <a:pt x="1178499" y="1852980"/>
                    <a:pt x="1143053" y="1852980"/>
                  </a:cubicBezTo>
                  <a:lnTo>
                    <a:pt x="64182" y="1852980"/>
                  </a:lnTo>
                  <a:cubicBezTo>
                    <a:pt x="28735" y="1852980"/>
                    <a:pt x="0" y="1824245"/>
                    <a:pt x="0" y="1788798"/>
                  </a:cubicBezTo>
                  <a:lnTo>
                    <a:pt x="0" y="64182"/>
                  </a:lnTo>
                  <a:cubicBezTo>
                    <a:pt x="0" y="28735"/>
                    <a:pt x="28735" y="0"/>
                    <a:pt x="64182" y="0"/>
                  </a:cubicBezTo>
                  <a:close/>
                </a:path>
              </a:pathLst>
            </a:custGeom>
            <a:ln w="19050" cap="rnd">
              <a:gradFill>
                <a:gsLst>
                  <a:gs pos="0">
                    <a:srgbClr val="299786">
                      <a:alpha val="100000"/>
                    </a:srgbClr>
                  </a:gs>
                  <a:gs pos="100000">
                    <a:srgbClr val="395A3F">
                      <a:alpha val="100000"/>
                    </a:srgbClr>
                  </a:gs>
                </a:gsLst>
                <a:path path="circle">
                  <a:fillToRect r="100000" b="100000"/>
                </a:path>
                <a:tileRect l="-100000" t="-100000"/>
              </a:gradFill>
              <a:prstDash val="solid"/>
              <a:round/>
            </a:ln>
          </p:spPr>
          <p:txBody>
            <a:bodyPr/>
            <a:lstStyle/>
            <a:p>
              <a:endParaRPr lang="en-ZA"/>
            </a:p>
          </p:txBody>
        </p:sp>
        <p:sp>
          <p:nvSpPr>
            <p:cNvPr id="59" name="TextBox 12">
              <a:extLst>
                <a:ext uri="{FF2B5EF4-FFF2-40B4-BE49-F238E27FC236}">
                  <a16:creationId xmlns:a16="http://schemas.microsoft.com/office/drawing/2014/main" id="{CFE96A8D-4857-463E-780B-B03B61C4ADB7}"/>
                </a:ext>
              </a:extLst>
            </p:cNvPr>
            <p:cNvSpPr txBox="1"/>
            <p:nvPr/>
          </p:nvSpPr>
          <p:spPr>
            <a:xfrm>
              <a:off x="-850600" y="-93994"/>
              <a:ext cx="1207235" cy="488320"/>
            </a:xfrm>
            <a:prstGeom prst="rect">
              <a:avLst/>
            </a:prstGeom>
          </p:spPr>
          <p:txBody>
            <a:bodyPr lIns="50800" tIns="50800" rIns="50800" bIns="50800" rtlCol="0" anchor="ctr"/>
            <a:lstStyle/>
            <a:p>
              <a:pPr algn="ctr">
                <a:lnSpc>
                  <a:spcPts val="2220"/>
                </a:lnSpc>
              </a:pPr>
              <a:endParaRPr/>
            </a:p>
          </p:txBody>
        </p:sp>
      </p:grpSp>
      <p:sp>
        <p:nvSpPr>
          <p:cNvPr id="61" name="TextBox 17">
            <a:extLst>
              <a:ext uri="{FF2B5EF4-FFF2-40B4-BE49-F238E27FC236}">
                <a16:creationId xmlns:a16="http://schemas.microsoft.com/office/drawing/2014/main" id="{8D2A432D-F8D5-B883-F4FB-7779995075EA}"/>
              </a:ext>
            </a:extLst>
          </p:cNvPr>
          <p:cNvSpPr txBox="1"/>
          <p:nvPr/>
        </p:nvSpPr>
        <p:spPr>
          <a:xfrm>
            <a:off x="675586" y="5256342"/>
            <a:ext cx="3595808" cy="359073"/>
          </a:xfrm>
          <a:prstGeom prst="rect">
            <a:avLst/>
          </a:prstGeom>
        </p:spPr>
        <p:txBody>
          <a:bodyPr wrap="square" lIns="0" tIns="0" rIns="0" bIns="0" rtlCol="0" anchor="t">
            <a:spAutoFit/>
          </a:bodyPr>
          <a:lstStyle/>
          <a:p>
            <a:pPr algn="ctr">
              <a:lnSpc>
                <a:spcPts val="2774"/>
              </a:lnSpc>
            </a:pPr>
            <a:r>
              <a:rPr lang="en-US" sz="2499">
                <a:solidFill>
                  <a:srgbClr val="FFFFFF"/>
                </a:solidFill>
                <a:latin typeface="Poppins"/>
                <a:ea typeface="Poppins"/>
                <a:cs typeface="Poppins"/>
                <a:sym typeface="Poppins"/>
              </a:rPr>
              <a:t>Check Duplicate Rows</a:t>
            </a:r>
          </a:p>
        </p:txBody>
      </p:sp>
      <p:sp>
        <p:nvSpPr>
          <p:cNvPr id="3" name="TextBox 2">
            <a:extLst>
              <a:ext uri="{FF2B5EF4-FFF2-40B4-BE49-F238E27FC236}">
                <a16:creationId xmlns:a16="http://schemas.microsoft.com/office/drawing/2014/main" id="{8E371636-E002-36FC-E038-BD65F3A47C22}"/>
              </a:ext>
            </a:extLst>
          </p:cNvPr>
          <p:cNvSpPr txBox="1"/>
          <p:nvPr/>
        </p:nvSpPr>
        <p:spPr>
          <a:xfrm>
            <a:off x="630220" y="8258092"/>
            <a:ext cx="3641174" cy="451406"/>
          </a:xfrm>
          <a:prstGeom prst="rect">
            <a:avLst/>
          </a:prstGeom>
          <a:noFill/>
        </p:spPr>
        <p:txBody>
          <a:bodyPr wrap="square">
            <a:spAutoFit/>
          </a:bodyPr>
          <a:lstStyle/>
          <a:p>
            <a:pPr marR="0" indent="0" algn="ctr" fontAlgn="base">
              <a:lnSpc>
                <a:spcPts val="2774"/>
              </a:lnSpc>
              <a:spcBef>
                <a:spcPts val="1306"/>
              </a:spcBef>
              <a:spcAft>
                <a:spcPts val="871"/>
              </a:spcAft>
              <a:buNone/>
            </a:pPr>
            <a:r>
              <a:rPr lang="en-ZA" sz="2499">
                <a:solidFill>
                  <a:srgbClr val="FFFFFF"/>
                </a:solidFill>
                <a:latin typeface="Poppins"/>
                <a:cs typeface="Poppins"/>
              </a:rPr>
              <a:t>Feature Engineering</a:t>
            </a:r>
          </a:p>
        </p:txBody>
      </p:sp>
      <p:sp>
        <p:nvSpPr>
          <p:cNvPr id="4" name="Freeform 11">
            <a:extLst>
              <a:ext uri="{FF2B5EF4-FFF2-40B4-BE49-F238E27FC236}">
                <a16:creationId xmlns:a16="http://schemas.microsoft.com/office/drawing/2014/main" id="{AAB737AF-D150-1AEF-BE52-08367BFDB605}"/>
              </a:ext>
            </a:extLst>
          </p:cNvPr>
          <p:cNvSpPr/>
          <p:nvPr/>
        </p:nvSpPr>
        <p:spPr>
          <a:xfrm>
            <a:off x="386658" y="4830346"/>
            <a:ext cx="4477736" cy="1354457"/>
          </a:xfrm>
          <a:custGeom>
            <a:avLst/>
            <a:gdLst/>
            <a:ahLst/>
            <a:cxnLst/>
            <a:rect l="l" t="t" r="r" b="b"/>
            <a:pathLst>
              <a:path w="1207235" h="1852980">
                <a:moveTo>
                  <a:pt x="64182" y="0"/>
                </a:moveTo>
                <a:lnTo>
                  <a:pt x="1143053" y="0"/>
                </a:lnTo>
                <a:cubicBezTo>
                  <a:pt x="1178499" y="0"/>
                  <a:pt x="1207235" y="28735"/>
                  <a:pt x="1207235" y="64182"/>
                </a:cubicBezTo>
                <a:lnTo>
                  <a:pt x="1207235" y="1788798"/>
                </a:lnTo>
                <a:cubicBezTo>
                  <a:pt x="1207235" y="1824245"/>
                  <a:pt x="1178499" y="1852980"/>
                  <a:pt x="1143053" y="1852980"/>
                </a:cubicBezTo>
                <a:lnTo>
                  <a:pt x="64182" y="1852980"/>
                </a:lnTo>
                <a:cubicBezTo>
                  <a:pt x="28735" y="1852980"/>
                  <a:pt x="0" y="1824245"/>
                  <a:pt x="0" y="1788798"/>
                </a:cubicBezTo>
                <a:lnTo>
                  <a:pt x="0" y="64182"/>
                </a:lnTo>
                <a:cubicBezTo>
                  <a:pt x="0" y="28735"/>
                  <a:pt x="28735" y="0"/>
                  <a:pt x="64182" y="0"/>
                </a:cubicBezTo>
                <a:close/>
              </a:path>
            </a:pathLst>
          </a:custGeom>
          <a:ln w="19050" cap="rnd">
            <a:gradFill>
              <a:gsLst>
                <a:gs pos="0">
                  <a:srgbClr val="299786">
                    <a:alpha val="100000"/>
                  </a:srgbClr>
                </a:gs>
                <a:gs pos="100000">
                  <a:srgbClr val="395A3F">
                    <a:alpha val="100000"/>
                  </a:srgbClr>
                </a:gs>
              </a:gsLst>
              <a:path path="circle">
                <a:fillToRect r="100000" b="100000"/>
              </a:path>
              <a:tileRect l="-100000" t="-100000"/>
            </a:gradFill>
            <a:prstDash val="solid"/>
            <a:round/>
          </a:ln>
        </p:spPr>
        <p:txBody>
          <a:bodyPr/>
          <a:lstStyle/>
          <a:p>
            <a:endParaRPr lang="en-ZA"/>
          </a:p>
        </p:txBody>
      </p:sp>
      <p:sp>
        <p:nvSpPr>
          <p:cNvPr id="6" name="TextBox 17">
            <a:extLst>
              <a:ext uri="{FF2B5EF4-FFF2-40B4-BE49-F238E27FC236}">
                <a16:creationId xmlns:a16="http://schemas.microsoft.com/office/drawing/2014/main" id="{38DCCF2C-FEBF-3E14-E5B8-E74125729601}"/>
              </a:ext>
            </a:extLst>
          </p:cNvPr>
          <p:cNvSpPr txBox="1"/>
          <p:nvPr/>
        </p:nvSpPr>
        <p:spPr>
          <a:xfrm>
            <a:off x="12275432" y="8283240"/>
            <a:ext cx="3595808" cy="359073"/>
          </a:xfrm>
          <a:prstGeom prst="rect">
            <a:avLst/>
          </a:prstGeom>
        </p:spPr>
        <p:txBody>
          <a:bodyPr wrap="square" lIns="0" tIns="0" rIns="0" bIns="0" rtlCol="0" anchor="t">
            <a:spAutoFit/>
          </a:bodyPr>
          <a:lstStyle/>
          <a:p>
            <a:pPr algn="ctr">
              <a:lnSpc>
                <a:spcPts val="2774"/>
              </a:lnSpc>
            </a:pPr>
            <a:r>
              <a:rPr lang="en-US" sz="2450">
                <a:solidFill>
                  <a:srgbClr val="FFFFFF"/>
                </a:solidFill>
                <a:latin typeface="Poppins"/>
                <a:ea typeface="Poppins"/>
                <a:cs typeface="Poppins"/>
              </a:rPr>
              <a:t>Feature Importance</a:t>
            </a:r>
            <a:endParaRPr lang="en-US" sz="2499">
              <a:solidFill>
                <a:srgbClr val="FFFFFF"/>
              </a:solidFill>
              <a:latin typeface="Poppins"/>
              <a:ea typeface="Poppins"/>
              <a:cs typeface="Poppins"/>
              <a:sym typeface="Poppins"/>
            </a:endParaRPr>
          </a:p>
        </p:txBody>
      </p:sp>
      <p:grpSp>
        <p:nvGrpSpPr>
          <p:cNvPr id="13" name="Group 7">
            <a:extLst>
              <a:ext uri="{FF2B5EF4-FFF2-40B4-BE49-F238E27FC236}">
                <a16:creationId xmlns:a16="http://schemas.microsoft.com/office/drawing/2014/main" id="{6CAE9671-8D28-CC5E-4D41-0B83A04C4794}"/>
              </a:ext>
            </a:extLst>
          </p:cNvPr>
          <p:cNvGrpSpPr/>
          <p:nvPr/>
        </p:nvGrpSpPr>
        <p:grpSpPr>
          <a:xfrm>
            <a:off x="11728483" y="4554773"/>
            <a:ext cx="4583720" cy="1219320"/>
            <a:chOff x="0" y="-9525"/>
            <a:chExt cx="1146294" cy="1862505"/>
          </a:xfrm>
        </p:grpSpPr>
        <p:sp>
          <p:nvSpPr>
            <p:cNvPr id="14" name="Freeform 8">
              <a:extLst>
                <a:ext uri="{FF2B5EF4-FFF2-40B4-BE49-F238E27FC236}">
                  <a16:creationId xmlns:a16="http://schemas.microsoft.com/office/drawing/2014/main" id="{E6727816-5D67-77D3-E830-786E0DA5CF0A}"/>
                </a:ext>
              </a:extLst>
            </p:cNvPr>
            <p:cNvSpPr/>
            <p:nvPr/>
          </p:nvSpPr>
          <p:spPr>
            <a:xfrm>
              <a:off x="0" y="0"/>
              <a:ext cx="1146294" cy="1852980"/>
            </a:xfrm>
            <a:custGeom>
              <a:avLst/>
              <a:gdLst/>
              <a:ahLst/>
              <a:cxnLst/>
              <a:rect l="l" t="t" r="r" b="b"/>
              <a:pathLst>
                <a:path w="1146294" h="1852980">
                  <a:moveTo>
                    <a:pt x="67594" y="0"/>
                  </a:moveTo>
                  <a:lnTo>
                    <a:pt x="1078700" y="0"/>
                  </a:lnTo>
                  <a:cubicBezTo>
                    <a:pt x="1116031" y="0"/>
                    <a:pt x="1146294" y="30263"/>
                    <a:pt x="1146294" y="67594"/>
                  </a:cubicBezTo>
                  <a:lnTo>
                    <a:pt x="1146294" y="1785386"/>
                  </a:lnTo>
                  <a:cubicBezTo>
                    <a:pt x="1146294" y="1803313"/>
                    <a:pt x="1139173" y="1820506"/>
                    <a:pt x="1126497" y="1833182"/>
                  </a:cubicBezTo>
                  <a:cubicBezTo>
                    <a:pt x="1113820" y="1845859"/>
                    <a:pt x="1096627" y="1852980"/>
                    <a:pt x="1078700" y="1852980"/>
                  </a:cubicBezTo>
                  <a:lnTo>
                    <a:pt x="67594" y="1852980"/>
                  </a:lnTo>
                  <a:cubicBezTo>
                    <a:pt x="49667" y="1852980"/>
                    <a:pt x="32474" y="1845859"/>
                    <a:pt x="19798" y="1833182"/>
                  </a:cubicBezTo>
                  <a:cubicBezTo>
                    <a:pt x="7122" y="1820506"/>
                    <a:pt x="0" y="1803313"/>
                    <a:pt x="0" y="1785386"/>
                  </a:cubicBezTo>
                  <a:lnTo>
                    <a:pt x="0" y="67594"/>
                  </a:lnTo>
                  <a:cubicBezTo>
                    <a:pt x="0" y="49667"/>
                    <a:pt x="7122" y="32474"/>
                    <a:pt x="19798" y="19798"/>
                  </a:cubicBezTo>
                  <a:cubicBezTo>
                    <a:pt x="32474" y="7122"/>
                    <a:pt x="49667" y="0"/>
                    <a:pt x="67594"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rnd">
              <a:noFill/>
              <a:prstDash val="solid"/>
              <a:round/>
            </a:ln>
          </p:spPr>
          <p:txBody>
            <a:bodyPr/>
            <a:lstStyle/>
            <a:p>
              <a:endParaRPr lang="en-ZA"/>
            </a:p>
          </p:txBody>
        </p:sp>
        <p:sp>
          <p:nvSpPr>
            <p:cNvPr id="19" name="TextBox 9">
              <a:extLst>
                <a:ext uri="{FF2B5EF4-FFF2-40B4-BE49-F238E27FC236}">
                  <a16:creationId xmlns:a16="http://schemas.microsoft.com/office/drawing/2014/main" id="{43DA345E-0E14-9A86-6B64-4C86E01BEA60}"/>
                </a:ext>
              </a:extLst>
            </p:cNvPr>
            <p:cNvSpPr txBox="1"/>
            <p:nvPr/>
          </p:nvSpPr>
          <p:spPr>
            <a:xfrm>
              <a:off x="0" y="-9525"/>
              <a:ext cx="1146294" cy="1862505"/>
            </a:xfrm>
            <a:prstGeom prst="rect">
              <a:avLst/>
            </a:prstGeom>
          </p:spPr>
          <p:txBody>
            <a:bodyPr lIns="50800" tIns="50800" rIns="50800" bIns="50800" rtlCol="0" anchor="ctr"/>
            <a:lstStyle/>
            <a:p>
              <a:pPr algn="ctr">
                <a:lnSpc>
                  <a:spcPts val="2220"/>
                </a:lnSpc>
              </a:pPr>
              <a:endParaRPr/>
            </a:p>
          </p:txBody>
        </p:sp>
      </p:grpSp>
      <p:sp>
        <p:nvSpPr>
          <p:cNvPr id="20" name="Freeform 11">
            <a:extLst>
              <a:ext uri="{FF2B5EF4-FFF2-40B4-BE49-F238E27FC236}">
                <a16:creationId xmlns:a16="http://schemas.microsoft.com/office/drawing/2014/main" id="{A9C81F94-162A-3236-CDB9-5AFC2E651FB2}"/>
              </a:ext>
            </a:extLst>
          </p:cNvPr>
          <p:cNvSpPr/>
          <p:nvPr/>
        </p:nvSpPr>
        <p:spPr>
          <a:xfrm>
            <a:off x="11728483" y="2103713"/>
            <a:ext cx="4477736" cy="1354457"/>
          </a:xfrm>
          <a:custGeom>
            <a:avLst/>
            <a:gdLst/>
            <a:ahLst/>
            <a:cxnLst/>
            <a:rect l="l" t="t" r="r" b="b"/>
            <a:pathLst>
              <a:path w="1207235" h="1852980">
                <a:moveTo>
                  <a:pt x="64182" y="0"/>
                </a:moveTo>
                <a:lnTo>
                  <a:pt x="1143053" y="0"/>
                </a:lnTo>
                <a:cubicBezTo>
                  <a:pt x="1178499" y="0"/>
                  <a:pt x="1207235" y="28735"/>
                  <a:pt x="1207235" y="64182"/>
                </a:cubicBezTo>
                <a:lnTo>
                  <a:pt x="1207235" y="1788798"/>
                </a:lnTo>
                <a:cubicBezTo>
                  <a:pt x="1207235" y="1824245"/>
                  <a:pt x="1178499" y="1852980"/>
                  <a:pt x="1143053" y="1852980"/>
                </a:cubicBezTo>
                <a:lnTo>
                  <a:pt x="64182" y="1852980"/>
                </a:lnTo>
                <a:cubicBezTo>
                  <a:pt x="28735" y="1852980"/>
                  <a:pt x="0" y="1824245"/>
                  <a:pt x="0" y="1788798"/>
                </a:cubicBezTo>
                <a:lnTo>
                  <a:pt x="0" y="64182"/>
                </a:lnTo>
                <a:cubicBezTo>
                  <a:pt x="0" y="28735"/>
                  <a:pt x="28735" y="0"/>
                  <a:pt x="64182" y="0"/>
                </a:cubicBezTo>
                <a:close/>
              </a:path>
            </a:pathLst>
          </a:custGeom>
          <a:ln w="19050" cap="rnd">
            <a:gradFill>
              <a:gsLst>
                <a:gs pos="0">
                  <a:srgbClr val="299786">
                    <a:alpha val="100000"/>
                  </a:srgbClr>
                </a:gs>
                <a:gs pos="100000">
                  <a:srgbClr val="395A3F">
                    <a:alpha val="100000"/>
                  </a:srgbClr>
                </a:gs>
              </a:gsLst>
              <a:path path="circle">
                <a:fillToRect r="100000" b="100000"/>
              </a:path>
              <a:tileRect l="-100000" t="-100000"/>
            </a:gradFill>
            <a:prstDash val="solid"/>
            <a:round/>
          </a:ln>
        </p:spPr>
        <p:txBody>
          <a:bodyPr/>
          <a:lstStyle/>
          <a:p>
            <a:endParaRPr lang="en-ZA"/>
          </a:p>
        </p:txBody>
      </p:sp>
      <p:sp>
        <p:nvSpPr>
          <p:cNvPr id="60" name="TextBox 17">
            <a:extLst>
              <a:ext uri="{FF2B5EF4-FFF2-40B4-BE49-F238E27FC236}">
                <a16:creationId xmlns:a16="http://schemas.microsoft.com/office/drawing/2014/main" id="{A2344253-2823-62F9-3077-B4572030F927}"/>
              </a:ext>
            </a:extLst>
          </p:cNvPr>
          <p:cNvSpPr txBox="1"/>
          <p:nvPr/>
        </p:nvSpPr>
        <p:spPr>
          <a:xfrm>
            <a:off x="11937041" y="2531070"/>
            <a:ext cx="3595808" cy="359073"/>
          </a:xfrm>
          <a:prstGeom prst="rect">
            <a:avLst/>
          </a:prstGeom>
        </p:spPr>
        <p:txBody>
          <a:bodyPr wrap="square" lIns="0" tIns="0" rIns="0" bIns="0" rtlCol="0" anchor="t">
            <a:spAutoFit/>
          </a:bodyPr>
          <a:lstStyle/>
          <a:p>
            <a:pPr algn="ctr">
              <a:lnSpc>
                <a:spcPts val="2774"/>
              </a:lnSpc>
            </a:pPr>
            <a:r>
              <a:rPr lang="en-US" sz="2450">
                <a:solidFill>
                  <a:srgbClr val="FFFFFF"/>
                </a:solidFill>
                <a:latin typeface="Poppins"/>
                <a:ea typeface="Poppins"/>
                <a:cs typeface="Poppins"/>
              </a:rPr>
              <a:t>Features Scaling</a:t>
            </a:r>
            <a:endParaRPr lang="en-US" sz="2499">
              <a:solidFill>
                <a:srgbClr val="FFFFFF"/>
              </a:solidFill>
              <a:latin typeface="Poppins"/>
              <a:ea typeface="Poppins"/>
              <a:cs typeface="Poppins"/>
              <a:sym typeface="Poppins"/>
            </a:endParaRPr>
          </a:p>
        </p:txBody>
      </p:sp>
      <p:sp>
        <p:nvSpPr>
          <p:cNvPr id="62" name="TextBox 61">
            <a:extLst>
              <a:ext uri="{FF2B5EF4-FFF2-40B4-BE49-F238E27FC236}">
                <a16:creationId xmlns:a16="http://schemas.microsoft.com/office/drawing/2014/main" id="{567E3CFB-E636-E5B3-E8D1-2FE040F193A8}"/>
              </a:ext>
            </a:extLst>
          </p:cNvPr>
          <p:cNvSpPr txBox="1"/>
          <p:nvPr/>
        </p:nvSpPr>
        <p:spPr>
          <a:xfrm>
            <a:off x="12088129" y="4830346"/>
            <a:ext cx="3864427" cy="11385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50">
                <a:solidFill>
                  <a:srgbClr val="FFFFFF"/>
                </a:solidFill>
                <a:latin typeface="Poppins"/>
                <a:cs typeface="Poppins"/>
              </a:rPr>
              <a:t>Encode Categorial Variables</a:t>
            </a:r>
          </a:p>
          <a:p>
            <a:pPr algn="ctr"/>
            <a:endParaRPr lang="en-US"/>
          </a:p>
        </p:txBody>
      </p:sp>
      <p:cxnSp>
        <p:nvCxnSpPr>
          <p:cNvPr id="63" name="Straight Arrow Connector 62">
            <a:extLst>
              <a:ext uri="{FF2B5EF4-FFF2-40B4-BE49-F238E27FC236}">
                <a16:creationId xmlns:a16="http://schemas.microsoft.com/office/drawing/2014/main" id="{0C6B33B7-2562-1E2B-AD5B-A179C1F5A997}"/>
              </a:ext>
            </a:extLst>
          </p:cNvPr>
          <p:cNvCxnSpPr/>
          <p:nvPr/>
        </p:nvCxnSpPr>
        <p:spPr>
          <a:xfrm flipH="1">
            <a:off x="2464592" y="3406378"/>
            <a:ext cx="11736" cy="129148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4" name="Straight Arrow Connector 63">
            <a:extLst>
              <a:ext uri="{FF2B5EF4-FFF2-40B4-BE49-F238E27FC236}">
                <a16:creationId xmlns:a16="http://schemas.microsoft.com/office/drawing/2014/main" id="{641A3D6D-2FBC-1393-9A18-104D2278BC8C}"/>
              </a:ext>
            </a:extLst>
          </p:cNvPr>
          <p:cNvCxnSpPr/>
          <p:nvPr/>
        </p:nvCxnSpPr>
        <p:spPr>
          <a:xfrm>
            <a:off x="2446734" y="6232921"/>
            <a:ext cx="35718" cy="157162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5" name="Straight Arrow Connector 64">
            <a:extLst>
              <a:ext uri="{FF2B5EF4-FFF2-40B4-BE49-F238E27FC236}">
                <a16:creationId xmlns:a16="http://schemas.microsoft.com/office/drawing/2014/main" id="{DB4EDCE0-D300-22E1-B286-9D2D57BE0F43}"/>
              </a:ext>
            </a:extLst>
          </p:cNvPr>
          <p:cNvCxnSpPr/>
          <p:nvPr/>
        </p:nvCxnSpPr>
        <p:spPr>
          <a:xfrm flipH="1" flipV="1">
            <a:off x="14154761" y="3458170"/>
            <a:ext cx="44394" cy="113823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7" name="Straight Arrow Connector 66">
            <a:extLst>
              <a:ext uri="{FF2B5EF4-FFF2-40B4-BE49-F238E27FC236}">
                <a16:creationId xmlns:a16="http://schemas.microsoft.com/office/drawing/2014/main" id="{E91F948C-7DA8-1327-C997-108D8EA25FD3}"/>
              </a:ext>
            </a:extLst>
          </p:cNvPr>
          <p:cNvCxnSpPr>
            <a:cxnSpLocks/>
            <a:stCxn id="56" idx="3"/>
          </p:cNvCxnSpPr>
          <p:nvPr/>
        </p:nvCxnSpPr>
        <p:spPr>
          <a:xfrm flipV="1">
            <a:off x="4819413" y="8460711"/>
            <a:ext cx="7015054" cy="2308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8" name="Straight Arrow Connector 67">
            <a:extLst>
              <a:ext uri="{FF2B5EF4-FFF2-40B4-BE49-F238E27FC236}">
                <a16:creationId xmlns:a16="http://schemas.microsoft.com/office/drawing/2014/main" id="{646F9376-FF95-4403-2D03-149B0AAB7A7E}"/>
              </a:ext>
            </a:extLst>
          </p:cNvPr>
          <p:cNvCxnSpPr>
            <a:cxnSpLocks/>
          </p:cNvCxnSpPr>
          <p:nvPr/>
        </p:nvCxnSpPr>
        <p:spPr>
          <a:xfrm flipV="1">
            <a:off x="14220484" y="5774093"/>
            <a:ext cx="0" cy="198183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6" name="Freeform 6"/>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9" name="TextBox 9"/>
          <p:cNvSpPr txBox="1"/>
          <p:nvPr/>
        </p:nvSpPr>
        <p:spPr>
          <a:xfrm>
            <a:off x="748364" y="2099111"/>
            <a:ext cx="16510936" cy="7018372"/>
          </a:xfrm>
          <a:prstGeom prst="rect">
            <a:avLst/>
          </a:prstGeom>
        </p:spPr>
        <p:txBody>
          <a:bodyPr lIns="50800" tIns="50800" rIns="50800" bIns="50800" rtlCol="0" anchor="ctr"/>
          <a:lstStyle/>
          <a:p>
            <a:pPr algn="ctr">
              <a:lnSpc>
                <a:spcPts val="2220"/>
              </a:lnSpc>
            </a:pPr>
            <a:endParaRPr/>
          </a:p>
        </p:txBody>
      </p:sp>
      <p:sp>
        <p:nvSpPr>
          <p:cNvPr id="28" name="Freeform 28"/>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p:cNvSpPr txBox="1"/>
          <p:nvPr/>
        </p:nvSpPr>
        <p:spPr>
          <a:xfrm>
            <a:off x="2603946" y="182202"/>
            <a:ext cx="13899472" cy="769441"/>
          </a:xfrm>
          <a:prstGeom prst="rect">
            <a:avLst/>
          </a:prstGeom>
        </p:spPr>
        <p:txBody>
          <a:bodyPr wrap="square" lIns="0" tIns="0" rIns="0" bIns="0" rtlCol="0" anchor="t">
            <a:spAutoFit/>
          </a:bodyPr>
          <a:lstStyle/>
          <a:p>
            <a:pPr algn="l">
              <a:lnSpc>
                <a:spcPts val="5973"/>
              </a:lnSpc>
            </a:pPr>
            <a:r>
              <a:rPr lang="en-US" sz="5350">
                <a:solidFill>
                  <a:srgbClr val="FFFFFF"/>
                </a:solidFill>
                <a:latin typeface="Poppins"/>
                <a:ea typeface="Poppins"/>
                <a:cs typeface="Poppins"/>
              </a:rPr>
              <a:t>Model Development and Selection</a:t>
            </a:r>
          </a:p>
        </p:txBody>
      </p:sp>
      <p:sp>
        <p:nvSpPr>
          <p:cNvPr id="32" name="TextBox 32"/>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sp>
        <p:nvSpPr>
          <p:cNvPr id="2" name="TextBox 1">
            <a:extLst>
              <a:ext uri="{FF2B5EF4-FFF2-40B4-BE49-F238E27FC236}">
                <a16:creationId xmlns:a16="http://schemas.microsoft.com/office/drawing/2014/main" id="{4AF6558E-1493-D8BF-DED7-437C40123CFA}"/>
              </a:ext>
            </a:extLst>
          </p:cNvPr>
          <p:cNvSpPr txBox="1"/>
          <p:nvPr/>
        </p:nvSpPr>
        <p:spPr>
          <a:xfrm>
            <a:off x="1589484" y="2536031"/>
            <a:ext cx="6090046" cy="6965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7">
            <a:extLst>
              <a:ext uri="{FF2B5EF4-FFF2-40B4-BE49-F238E27FC236}">
                <a16:creationId xmlns:a16="http://schemas.microsoft.com/office/drawing/2014/main" id="{0BFF341D-F7E6-4D0B-A0CB-65C56C66D1B9}"/>
              </a:ext>
            </a:extLst>
          </p:cNvPr>
          <p:cNvSpPr txBox="1"/>
          <p:nvPr/>
        </p:nvSpPr>
        <p:spPr>
          <a:xfrm>
            <a:off x="0" y="1691641"/>
            <a:ext cx="4326409" cy="368548"/>
          </a:xfrm>
          <a:prstGeom prst="rect">
            <a:avLst/>
          </a:prstGeom>
        </p:spPr>
        <p:txBody>
          <a:bodyPr wrap="square" lIns="0" tIns="0" rIns="0" bIns="0" rtlCol="0" anchor="t">
            <a:spAutoFit/>
          </a:bodyPr>
          <a:lstStyle/>
          <a:p>
            <a:pPr algn="ctr">
              <a:lnSpc>
                <a:spcPts val="2774"/>
              </a:lnSpc>
            </a:pPr>
            <a:r>
              <a:rPr lang="en-US" sz="2450">
                <a:solidFill>
                  <a:srgbClr val="FFFFFF"/>
                </a:solidFill>
                <a:latin typeface="Poppins"/>
                <a:ea typeface="Poppins"/>
                <a:cs typeface="Poppins"/>
              </a:rPr>
              <a:t>Random Forest</a:t>
            </a:r>
            <a:endParaRPr lang="en-US" sz="2499">
              <a:solidFill>
                <a:srgbClr val="FFFFFF"/>
              </a:solidFill>
              <a:latin typeface="Poppins"/>
              <a:ea typeface="Poppins"/>
              <a:cs typeface="Poppins"/>
              <a:sym typeface="Poppins"/>
            </a:endParaRPr>
          </a:p>
        </p:txBody>
      </p:sp>
      <p:pic>
        <p:nvPicPr>
          <p:cNvPr id="4" name="Picture 3">
            <a:extLst>
              <a:ext uri="{FF2B5EF4-FFF2-40B4-BE49-F238E27FC236}">
                <a16:creationId xmlns:a16="http://schemas.microsoft.com/office/drawing/2014/main" id="{176DECEA-EC52-004D-D7FC-F9B3E41008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467" y="2391592"/>
            <a:ext cx="9022080" cy="5503816"/>
          </a:xfrm>
          <a:prstGeom prst="rect">
            <a:avLst/>
          </a:prstGeom>
        </p:spPr>
      </p:pic>
      <p:sp>
        <p:nvSpPr>
          <p:cNvPr id="10" name="TextBox 17">
            <a:extLst>
              <a:ext uri="{FF2B5EF4-FFF2-40B4-BE49-F238E27FC236}">
                <a16:creationId xmlns:a16="http://schemas.microsoft.com/office/drawing/2014/main" id="{F36A81C2-0B43-BF5B-3282-0DBB38DDBAF0}"/>
              </a:ext>
            </a:extLst>
          </p:cNvPr>
          <p:cNvSpPr txBox="1"/>
          <p:nvPr/>
        </p:nvSpPr>
        <p:spPr>
          <a:xfrm>
            <a:off x="11308080" y="1654572"/>
            <a:ext cx="4326409" cy="368548"/>
          </a:xfrm>
          <a:prstGeom prst="rect">
            <a:avLst/>
          </a:prstGeom>
        </p:spPr>
        <p:txBody>
          <a:bodyPr wrap="square" lIns="0" tIns="0" rIns="0" bIns="0" rtlCol="0" anchor="t">
            <a:spAutoFit/>
          </a:bodyPr>
          <a:lstStyle/>
          <a:p>
            <a:pPr algn="ctr">
              <a:lnSpc>
                <a:spcPts val="2774"/>
              </a:lnSpc>
            </a:pPr>
            <a:r>
              <a:rPr lang="en-US" sz="2450">
                <a:solidFill>
                  <a:srgbClr val="FFFFFF"/>
                </a:solidFill>
                <a:latin typeface="Poppins"/>
                <a:ea typeface="Poppins"/>
                <a:cs typeface="Poppins"/>
              </a:rPr>
              <a:t>Logistic Regression</a:t>
            </a:r>
            <a:endParaRPr lang="en-US" sz="2499">
              <a:solidFill>
                <a:srgbClr val="FFFFFF"/>
              </a:solidFill>
              <a:latin typeface="Poppins"/>
              <a:ea typeface="Poppins"/>
              <a:cs typeface="Poppins"/>
              <a:sym typeface="Poppins"/>
            </a:endParaRPr>
          </a:p>
        </p:txBody>
      </p:sp>
      <p:pic>
        <p:nvPicPr>
          <p:cNvPr id="14" name="Picture 13">
            <a:extLst>
              <a:ext uri="{FF2B5EF4-FFF2-40B4-BE49-F238E27FC236}">
                <a16:creationId xmlns:a16="http://schemas.microsoft.com/office/drawing/2014/main" id="{7ACA5107-7625-EF02-EB0D-C6AE5FA974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70445" y="2222053"/>
            <a:ext cx="8517556" cy="56733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ED3E394E-5127-85F5-871F-3DC88913FD96}"/>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EE0A5A54-F5D3-958B-4627-A9A41028E5DE}"/>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9" name="TextBox 9">
            <a:extLst>
              <a:ext uri="{FF2B5EF4-FFF2-40B4-BE49-F238E27FC236}">
                <a16:creationId xmlns:a16="http://schemas.microsoft.com/office/drawing/2014/main" id="{89B4387D-7EDC-8CD4-8752-5BFEBCC7E9F3}"/>
              </a:ext>
            </a:extLst>
          </p:cNvPr>
          <p:cNvSpPr txBox="1"/>
          <p:nvPr/>
        </p:nvSpPr>
        <p:spPr>
          <a:xfrm>
            <a:off x="748364" y="2099111"/>
            <a:ext cx="16510936" cy="7018372"/>
          </a:xfrm>
          <a:prstGeom prst="rect">
            <a:avLst/>
          </a:prstGeom>
        </p:spPr>
        <p:txBody>
          <a:bodyPr lIns="50800" tIns="50800" rIns="50800" bIns="50800" rtlCol="0" anchor="ctr"/>
          <a:lstStyle/>
          <a:p>
            <a:pPr algn="ctr">
              <a:lnSpc>
                <a:spcPts val="2220"/>
              </a:lnSpc>
            </a:pPr>
            <a:endParaRPr/>
          </a:p>
        </p:txBody>
      </p:sp>
      <p:sp>
        <p:nvSpPr>
          <p:cNvPr id="28" name="Freeform 28">
            <a:extLst>
              <a:ext uri="{FF2B5EF4-FFF2-40B4-BE49-F238E27FC236}">
                <a16:creationId xmlns:a16="http://schemas.microsoft.com/office/drawing/2014/main" id="{1A158B74-DF08-4718-4938-6A098F441F71}"/>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315CE772-C24A-79AB-4817-0D67D3BDB7C4}"/>
              </a:ext>
            </a:extLst>
          </p:cNvPr>
          <p:cNvSpPr txBox="1"/>
          <p:nvPr/>
        </p:nvSpPr>
        <p:spPr>
          <a:xfrm>
            <a:off x="2603946" y="182202"/>
            <a:ext cx="13899472" cy="769441"/>
          </a:xfrm>
          <a:prstGeom prst="rect">
            <a:avLst/>
          </a:prstGeom>
        </p:spPr>
        <p:txBody>
          <a:bodyPr wrap="square" lIns="0" tIns="0" rIns="0" bIns="0" rtlCol="0" anchor="t">
            <a:spAutoFit/>
          </a:bodyPr>
          <a:lstStyle/>
          <a:p>
            <a:pPr algn="l">
              <a:lnSpc>
                <a:spcPts val="5973"/>
              </a:lnSpc>
            </a:pPr>
            <a:r>
              <a:rPr lang="en-US" sz="5350">
                <a:solidFill>
                  <a:srgbClr val="FFFFFF"/>
                </a:solidFill>
                <a:latin typeface="Poppins"/>
                <a:ea typeface="Poppins"/>
                <a:cs typeface="Poppins"/>
              </a:rPr>
              <a:t>Model Development and Selection</a:t>
            </a:r>
          </a:p>
        </p:txBody>
      </p:sp>
      <p:sp>
        <p:nvSpPr>
          <p:cNvPr id="32" name="TextBox 32">
            <a:extLst>
              <a:ext uri="{FF2B5EF4-FFF2-40B4-BE49-F238E27FC236}">
                <a16:creationId xmlns:a16="http://schemas.microsoft.com/office/drawing/2014/main" id="{A74CC25C-B74E-464C-B437-122030BDE7B1}"/>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sp>
        <p:nvSpPr>
          <p:cNvPr id="2" name="TextBox 1">
            <a:extLst>
              <a:ext uri="{FF2B5EF4-FFF2-40B4-BE49-F238E27FC236}">
                <a16:creationId xmlns:a16="http://schemas.microsoft.com/office/drawing/2014/main" id="{AA908468-668B-4BED-8831-CE515B556971}"/>
              </a:ext>
            </a:extLst>
          </p:cNvPr>
          <p:cNvSpPr txBox="1"/>
          <p:nvPr/>
        </p:nvSpPr>
        <p:spPr>
          <a:xfrm>
            <a:off x="1589484" y="2536031"/>
            <a:ext cx="6090046" cy="6965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7">
            <a:extLst>
              <a:ext uri="{FF2B5EF4-FFF2-40B4-BE49-F238E27FC236}">
                <a16:creationId xmlns:a16="http://schemas.microsoft.com/office/drawing/2014/main" id="{8A787B18-99AC-93D0-0B08-46236A3CFACB}"/>
              </a:ext>
            </a:extLst>
          </p:cNvPr>
          <p:cNvSpPr txBox="1"/>
          <p:nvPr/>
        </p:nvSpPr>
        <p:spPr>
          <a:xfrm>
            <a:off x="0" y="1691641"/>
            <a:ext cx="4326409" cy="368548"/>
          </a:xfrm>
          <a:prstGeom prst="rect">
            <a:avLst/>
          </a:prstGeom>
        </p:spPr>
        <p:txBody>
          <a:bodyPr wrap="square" lIns="0" tIns="0" rIns="0" bIns="0" rtlCol="0" anchor="t">
            <a:spAutoFit/>
          </a:bodyPr>
          <a:lstStyle/>
          <a:p>
            <a:pPr algn="ctr">
              <a:lnSpc>
                <a:spcPts val="2774"/>
              </a:lnSpc>
            </a:pPr>
            <a:r>
              <a:rPr lang="en-US" sz="2450">
                <a:solidFill>
                  <a:srgbClr val="FFFFFF"/>
                </a:solidFill>
                <a:latin typeface="Poppins"/>
                <a:ea typeface="Poppins"/>
                <a:cs typeface="Poppins"/>
              </a:rPr>
              <a:t>Light GBM</a:t>
            </a:r>
            <a:endParaRPr lang="en-US" sz="2499">
              <a:solidFill>
                <a:srgbClr val="FFFFFF"/>
              </a:solidFill>
              <a:latin typeface="Poppins"/>
              <a:ea typeface="Poppins"/>
              <a:cs typeface="Poppins"/>
              <a:sym typeface="Poppins"/>
            </a:endParaRPr>
          </a:p>
        </p:txBody>
      </p:sp>
      <p:sp>
        <p:nvSpPr>
          <p:cNvPr id="10" name="TextBox 17">
            <a:extLst>
              <a:ext uri="{FF2B5EF4-FFF2-40B4-BE49-F238E27FC236}">
                <a16:creationId xmlns:a16="http://schemas.microsoft.com/office/drawing/2014/main" id="{6D376F31-2A89-464C-6AB0-D99A12058102}"/>
              </a:ext>
            </a:extLst>
          </p:cNvPr>
          <p:cNvSpPr txBox="1"/>
          <p:nvPr/>
        </p:nvSpPr>
        <p:spPr>
          <a:xfrm>
            <a:off x="11256727" y="1438025"/>
            <a:ext cx="4326409" cy="718145"/>
          </a:xfrm>
          <a:prstGeom prst="rect">
            <a:avLst/>
          </a:prstGeom>
        </p:spPr>
        <p:txBody>
          <a:bodyPr wrap="square" lIns="0" tIns="0" rIns="0" bIns="0" rtlCol="0" anchor="t">
            <a:spAutoFit/>
          </a:bodyPr>
          <a:lstStyle/>
          <a:p>
            <a:pPr algn="ctr">
              <a:lnSpc>
                <a:spcPts val="2774"/>
              </a:lnSpc>
            </a:pPr>
            <a:r>
              <a:rPr lang="en-US" sz="2450" err="1">
                <a:solidFill>
                  <a:srgbClr val="FFFFFF"/>
                </a:solidFill>
                <a:latin typeface="Poppins"/>
                <a:ea typeface="Poppins"/>
                <a:cs typeface="Poppins"/>
              </a:rPr>
              <a:t>eXtreme</a:t>
            </a:r>
            <a:r>
              <a:rPr lang="en-US" sz="2450">
                <a:solidFill>
                  <a:srgbClr val="FFFFFF"/>
                </a:solidFill>
                <a:latin typeface="Poppins"/>
                <a:ea typeface="Poppins"/>
                <a:cs typeface="Poppins"/>
              </a:rPr>
              <a:t> Gradient Boosting (XGBoost)</a:t>
            </a:r>
            <a:endParaRPr lang="en-US" sz="2499">
              <a:solidFill>
                <a:srgbClr val="FFFFFF"/>
              </a:solidFill>
              <a:latin typeface="Poppins"/>
              <a:ea typeface="Poppins"/>
              <a:cs typeface="Poppins"/>
              <a:sym typeface="Poppins"/>
            </a:endParaRPr>
          </a:p>
        </p:txBody>
      </p:sp>
      <p:pic>
        <p:nvPicPr>
          <p:cNvPr id="5" name="Picture 4">
            <a:extLst>
              <a:ext uri="{FF2B5EF4-FFF2-40B4-BE49-F238E27FC236}">
                <a16:creationId xmlns:a16="http://schemas.microsoft.com/office/drawing/2014/main" id="{4BFF1EDF-1001-F2A4-3ACA-33BF369C5D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65" y="2099111"/>
            <a:ext cx="9542898" cy="5651858"/>
          </a:xfrm>
          <a:prstGeom prst="rect">
            <a:avLst/>
          </a:prstGeom>
        </p:spPr>
      </p:pic>
      <p:pic>
        <p:nvPicPr>
          <p:cNvPr id="8" name="Picture 7">
            <a:extLst>
              <a:ext uri="{FF2B5EF4-FFF2-40B4-BE49-F238E27FC236}">
                <a16:creationId xmlns:a16="http://schemas.microsoft.com/office/drawing/2014/main" id="{9467ACCF-C391-53D3-DB6D-6E453495C9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28090" y="2099111"/>
            <a:ext cx="8334348" cy="5233577"/>
          </a:xfrm>
          <a:prstGeom prst="rect">
            <a:avLst/>
          </a:prstGeom>
        </p:spPr>
      </p:pic>
    </p:spTree>
    <p:extLst>
      <p:ext uri="{BB962C8B-B14F-4D97-AF65-F5344CB8AC3E}">
        <p14:creationId xmlns:p14="http://schemas.microsoft.com/office/powerpoint/2010/main" val="1946360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22D88B41-EAD0-B318-1CDA-B0CD31F253F2}"/>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689E02D9-4837-FB87-AD55-B7E1D6E1E506}"/>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9" name="TextBox 9">
            <a:extLst>
              <a:ext uri="{FF2B5EF4-FFF2-40B4-BE49-F238E27FC236}">
                <a16:creationId xmlns:a16="http://schemas.microsoft.com/office/drawing/2014/main" id="{EF980278-16A7-AEF7-DD3F-72877A2C1A83}"/>
              </a:ext>
            </a:extLst>
          </p:cNvPr>
          <p:cNvSpPr txBox="1"/>
          <p:nvPr/>
        </p:nvSpPr>
        <p:spPr>
          <a:xfrm>
            <a:off x="748364" y="2099111"/>
            <a:ext cx="16510936" cy="7018372"/>
          </a:xfrm>
          <a:prstGeom prst="rect">
            <a:avLst/>
          </a:prstGeom>
        </p:spPr>
        <p:txBody>
          <a:bodyPr lIns="50800" tIns="50800" rIns="50800" bIns="50800" rtlCol="0" anchor="ctr"/>
          <a:lstStyle/>
          <a:p>
            <a:pPr algn="ctr">
              <a:lnSpc>
                <a:spcPts val="2220"/>
              </a:lnSpc>
            </a:pPr>
            <a:endParaRPr/>
          </a:p>
        </p:txBody>
      </p:sp>
      <p:sp>
        <p:nvSpPr>
          <p:cNvPr id="28" name="Freeform 28">
            <a:extLst>
              <a:ext uri="{FF2B5EF4-FFF2-40B4-BE49-F238E27FC236}">
                <a16:creationId xmlns:a16="http://schemas.microsoft.com/office/drawing/2014/main" id="{517B0188-0649-41D6-1477-62B0431411BB}"/>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7B89D6F1-C69C-4DE3-F8A5-78AAE4497489}"/>
              </a:ext>
            </a:extLst>
          </p:cNvPr>
          <p:cNvSpPr txBox="1"/>
          <p:nvPr/>
        </p:nvSpPr>
        <p:spPr>
          <a:xfrm>
            <a:off x="2603946" y="182202"/>
            <a:ext cx="13899472" cy="769441"/>
          </a:xfrm>
          <a:prstGeom prst="rect">
            <a:avLst/>
          </a:prstGeom>
        </p:spPr>
        <p:txBody>
          <a:bodyPr wrap="square" lIns="0" tIns="0" rIns="0" bIns="0" rtlCol="0" anchor="t">
            <a:spAutoFit/>
          </a:bodyPr>
          <a:lstStyle/>
          <a:p>
            <a:pPr algn="l">
              <a:lnSpc>
                <a:spcPts val="5973"/>
              </a:lnSpc>
            </a:pPr>
            <a:r>
              <a:rPr lang="en-US" sz="5350">
                <a:solidFill>
                  <a:srgbClr val="FFFFFF"/>
                </a:solidFill>
                <a:latin typeface="Poppins"/>
                <a:ea typeface="Poppins"/>
                <a:cs typeface="Poppins"/>
              </a:rPr>
              <a:t>Model Development and Selection</a:t>
            </a:r>
          </a:p>
        </p:txBody>
      </p:sp>
      <p:sp>
        <p:nvSpPr>
          <p:cNvPr id="32" name="TextBox 32">
            <a:extLst>
              <a:ext uri="{FF2B5EF4-FFF2-40B4-BE49-F238E27FC236}">
                <a16:creationId xmlns:a16="http://schemas.microsoft.com/office/drawing/2014/main" id="{3942E9DF-D88D-0602-8013-0940D1C6E276}"/>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sp>
        <p:nvSpPr>
          <p:cNvPr id="2" name="TextBox 1">
            <a:extLst>
              <a:ext uri="{FF2B5EF4-FFF2-40B4-BE49-F238E27FC236}">
                <a16:creationId xmlns:a16="http://schemas.microsoft.com/office/drawing/2014/main" id="{BBBF80E7-2D18-2F14-8A99-D1F4D0082254}"/>
              </a:ext>
            </a:extLst>
          </p:cNvPr>
          <p:cNvSpPr txBox="1"/>
          <p:nvPr/>
        </p:nvSpPr>
        <p:spPr>
          <a:xfrm>
            <a:off x="1589484" y="2536031"/>
            <a:ext cx="6090046" cy="6965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7">
            <a:extLst>
              <a:ext uri="{FF2B5EF4-FFF2-40B4-BE49-F238E27FC236}">
                <a16:creationId xmlns:a16="http://schemas.microsoft.com/office/drawing/2014/main" id="{399D8302-4CAD-1801-BBC5-1FF7FFB95539}"/>
              </a:ext>
            </a:extLst>
          </p:cNvPr>
          <p:cNvSpPr txBox="1"/>
          <p:nvPr/>
        </p:nvSpPr>
        <p:spPr>
          <a:xfrm>
            <a:off x="0" y="1691641"/>
            <a:ext cx="4326409" cy="368548"/>
          </a:xfrm>
          <a:prstGeom prst="rect">
            <a:avLst/>
          </a:prstGeom>
        </p:spPr>
        <p:txBody>
          <a:bodyPr wrap="square" lIns="0" tIns="0" rIns="0" bIns="0" rtlCol="0" anchor="t">
            <a:spAutoFit/>
          </a:bodyPr>
          <a:lstStyle/>
          <a:p>
            <a:pPr algn="ctr">
              <a:lnSpc>
                <a:spcPts val="2774"/>
              </a:lnSpc>
            </a:pPr>
            <a:r>
              <a:rPr lang="en-US" sz="2450" err="1">
                <a:solidFill>
                  <a:srgbClr val="FFFFFF"/>
                </a:solidFill>
                <a:latin typeface="Poppins"/>
                <a:ea typeface="Poppins"/>
                <a:cs typeface="Poppins"/>
              </a:rPr>
              <a:t>CatBoost</a:t>
            </a:r>
            <a:endParaRPr lang="en-US" sz="2499">
              <a:solidFill>
                <a:srgbClr val="FFFFFF"/>
              </a:solidFill>
              <a:latin typeface="Poppins"/>
              <a:ea typeface="Poppins"/>
              <a:cs typeface="Poppins"/>
              <a:sym typeface="Poppins"/>
            </a:endParaRPr>
          </a:p>
        </p:txBody>
      </p:sp>
      <p:pic>
        <p:nvPicPr>
          <p:cNvPr id="4" name="Picture 3">
            <a:extLst>
              <a:ext uri="{FF2B5EF4-FFF2-40B4-BE49-F238E27FC236}">
                <a16:creationId xmlns:a16="http://schemas.microsoft.com/office/drawing/2014/main" id="{BFB59C96-9431-3BDB-D5C6-F38F0234B2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799" y="2469222"/>
            <a:ext cx="10988041" cy="5848474"/>
          </a:xfrm>
          <a:prstGeom prst="rect">
            <a:avLst/>
          </a:prstGeom>
        </p:spPr>
      </p:pic>
    </p:spTree>
    <p:extLst>
      <p:ext uri="{BB962C8B-B14F-4D97-AF65-F5344CB8AC3E}">
        <p14:creationId xmlns:p14="http://schemas.microsoft.com/office/powerpoint/2010/main" val="3670609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E194B84E-9790-A158-E643-6AB91C314A62}"/>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8EC16D21-A387-9F4D-9716-794F4F6E216E}"/>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6" name="Group 16">
            <a:extLst>
              <a:ext uri="{FF2B5EF4-FFF2-40B4-BE49-F238E27FC236}">
                <a16:creationId xmlns:a16="http://schemas.microsoft.com/office/drawing/2014/main" id="{1AFD513D-7C46-31DE-E470-B508E7C816C1}"/>
              </a:ext>
            </a:extLst>
          </p:cNvPr>
          <p:cNvGrpSpPr/>
          <p:nvPr/>
        </p:nvGrpSpPr>
        <p:grpSpPr>
          <a:xfrm rot="3232825">
            <a:off x="6767081" y="-3477990"/>
            <a:ext cx="4753838" cy="4753838"/>
            <a:chOff x="0" y="0"/>
            <a:chExt cx="812800" cy="812800"/>
          </a:xfrm>
        </p:grpSpPr>
        <p:sp>
          <p:nvSpPr>
            <p:cNvPr id="17" name="Freeform 17">
              <a:extLst>
                <a:ext uri="{FF2B5EF4-FFF2-40B4-BE49-F238E27FC236}">
                  <a16:creationId xmlns:a16="http://schemas.microsoft.com/office/drawing/2014/main" id="{D176F808-FA3A-4D73-9CAB-B0EDB0C54D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8" name="TextBox 18">
              <a:extLst>
                <a:ext uri="{FF2B5EF4-FFF2-40B4-BE49-F238E27FC236}">
                  <a16:creationId xmlns:a16="http://schemas.microsoft.com/office/drawing/2014/main" id="{8E2B8262-98C5-4A19-B4BB-CDD3A58F3256}"/>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8" name="Freeform 28">
            <a:extLst>
              <a:ext uri="{FF2B5EF4-FFF2-40B4-BE49-F238E27FC236}">
                <a16:creationId xmlns:a16="http://schemas.microsoft.com/office/drawing/2014/main" id="{35F92C3B-E2BD-F0EC-1B2E-06AB9BCBA16F}"/>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971C8C6B-04CA-D8EA-F19D-868538B92D83}"/>
              </a:ext>
            </a:extLst>
          </p:cNvPr>
          <p:cNvSpPr txBox="1"/>
          <p:nvPr/>
        </p:nvSpPr>
        <p:spPr>
          <a:xfrm>
            <a:off x="304800" y="6504470"/>
            <a:ext cx="7101818" cy="769441"/>
          </a:xfrm>
          <a:prstGeom prst="rect">
            <a:avLst/>
          </a:prstGeom>
        </p:spPr>
        <p:txBody>
          <a:bodyPr wrap="square" lIns="0" tIns="0" rIns="0" bIns="0" rtlCol="0" anchor="t">
            <a:spAutoFit/>
          </a:bodyPr>
          <a:lstStyle/>
          <a:p>
            <a:pPr>
              <a:lnSpc>
                <a:spcPts val="5973"/>
              </a:lnSpc>
            </a:pPr>
            <a:r>
              <a:rPr lang="en-US" sz="5350">
                <a:solidFill>
                  <a:srgbClr val="FFFFFF"/>
                </a:solidFill>
                <a:latin typeface="Poppins"/>
                <a:ea typeface="Poppins"/>
                <a:cs typeface="Poppins"/>
              </a:rPr>
              <a:t>Model Performance</a:t>
            </a:r>
          </a:p>
        </p:txBody>
      </p:sp>
      <p:sp>
        <p:nvSpPr>
          <p:cNvPr id="32" name="TextBox 32">
            <a:extLst>
              <a:ext uri="{FF2B5EF4-FFF2-40B4-BE49-F238E27FC236}">
                <a16:creationId xmlns:a16="http://schemas.microsoft.com/office/drawing/2014/main" id="{2DFAAC4C-AA53-9B91-8E02-5BA3BB556BAD}"/>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pic>
        <p:nvPicPr>
          <p:cNvPr id="3" name="Picture 2">
            <a:extLst>
              <a:ext uri="{FF2B5EF4-FFF2-40B4-BE49-F238E27FC236}">
                <a16:creationId xmlns:a16="http://schemas.microsoft.com/office/drawing/2014/main" id="{32FF1D97-75C8-6B92-900A-C03A47A17E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233"/>
            <a:ext cx="10966678" cy="3926586"/>
          </a:xfrm>
          <a:prstGeom prst="rect">
            <a:avLst/>
          </a:prstGeom>
        </p:spPr>
      </p:pic>
      <p:pic>
        <p:nvPicPr>
          <p:cNvPr id="8" name="Picture 7">
            <a:extLst>
              <a:ext uri="{FF2B5EF4-FFF2-40B4-BE49-F238E27FC236}">
                <a16:creationId xmlns:a16="http://schemas.microsoft.com/office/drawing/2014/main" id="{5DDA884F-F0BD-2B87-945D-CC2FA983AB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06618" y="3989819"/>
            <a:ext cx="10881382" cy="6297181"/>
          </a:xfrm>
          <a:prstGeom prst="rect">
            <a:avLst/>
          </a:prstGeom>
        </p:spPr>
      </p:pic>
    </p:spTree>
    <p:extLst>
      <p:ext uri="{BB962C8B-B14F-4D97-AF65-F5344CB8AC3E}">
        <p14:creationId xmlns:p14="http://schemas.microsoft.com/office/powerpoint/2010/main" val="2146186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E7916A8E-645F-706A-906F-BF61352DEA5A}"/>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F56750B7-3006-EE9F-33A7-ED6AB4523E25}"/>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6" name="Group 16">
            <a:extLst>
              <a:ext uri="{FF2B5EF4-FFF2-40B4-BE49-F238E27FC236}">
                <a16:creationId xmlns:a16="http://schemas.microsoft.com/office/drawing/2014/main" id="{05E76117-921B-FFCD-101F-0B8CFDE61890}"/>
              </a:ext>
            </a:extLst>
          </p:cNvPr>
          <p:cNvGrpSpPr/>
          <p:nvPr/>
        </p:nvGrpSpPr>
        <p:grpSpPr>
          <a:xfrm rot="3232825">
            <a:off x="6767081" y="-3477990"/>
            <a:ext cx="4753838" cy="4753838"/>
            <a:chOff x="0" y="0"/>
            <a:chExt cx="812800" cy="812800"/>
          </a:xfrm>
        </p:grpSpPr>
        <p:sp>
          <p:nvSpPr>
            <p:cNvPr id="17" name="Freeform 17">
              <a:extLst>
                <a:ext uri="{FF2B5EF4-FFF2-40B4-BE49-F238E27FC236}">
                  <a16:creationId xmlns:a16="http://schemas.microsoft.com/office/drawing/2014/main" id="{3E24D133-FA0D-AD8D-E665-7D8E37E390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8" name="TextBox 18">
              <a:extLst>
                <a:ext uri="{FF2B5EF4-FFF2-40B4-BE49-F238E27FC236}">
                  <a16:creationId xmlns:a16="http://schemas.microsoft.com/office/drawing/2014/main" id="{AF726D37-B907-439A-CA40-2BB07777D83B}"/>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8" name="Freeform 28">
            <a:extLst>
              <a:ext uri="{FF2B5EF4-FFF2-40B4-BE49-F238E27FC236}">
                <a16:creationId xmlns:a16="http://schemas.microsoft.com/office/drawing/2014/main" id="{D1B8BF77-E5B0-001F-DECD-1A02493B20A0}"/>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89F8BD90-6092-1757-FE8B-B333714DF916}"/>
              </a:ext>
            </a:extLst>
          </p:cNvPr>
          <p:cNvSpPr txBox="1"/>
          <p:nvPr/>
        </p:nvSpPr>
        <p:spPr>
          <a:xfrm>
            <a:off x="304800" y="4374059"/>
            <a:ext cx="7101818" cy="769441"/>
          </a:xfrm>
          <a:prstGeom prst="rect">
            <a:avLst/>
          </a:prstGeom>
        </p:spPr>
        <p:txBody>
          <a:bodyPr wrap="square" lIns="0" tIns="0" rIns="0" bIns="0" rtlCol="0" anchor="t">
            <a:spAutoFit/>
          </a:bodyPr>
          <a:lstStyle/>
          <a:p>
            <a:pPr>
              <a:lnSpc>
                <a:spcPts val="5973"/>
              </a:lnSpc>
            </a:pPr>
            <a:r>
              <a:rPr lang="en-US" sz="5350">
                <a:solidFill>
                  <a:srgbClr val="FFFFFF"/>
                </a:solidFill>
                <a:latin typeface="Poppins"/>
                <a:ea typeface="Poppins"/>
                <a:cs typeface="Poppins"/>
              </a:rPr>
              <a:t>Model Performance</a:t>
            </a:r>
          </a:p>
        </p:txBody>
      </p:sp>
      <p:sp>
        <p:nvSpPr>
          <p:cNvPr id="32" name="TextBox 32">
            <a:extLst>
              <a:ext uri="{FF2B5EF4-FFF2-40B4-BE49-F238E27FC236}">
                <a16:creationId xmlns:a16="http://schemas.microsoft.com/office/drawing/2014/main" id="{A94E7CDD-3C71-BCCB-D8BC-E2F24FF99AAC}"/>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pic>
        <p:nvPicPr>
          <p:cNvPr id="4" name="Picture 3">
            <a:extLst>
              <a:ext uri="{FF2B5EF4-FFF2-40B4-BE49-F238E27FC236}">
                <a16:creationId xmlns:a16="http://schemas.microsoft.com/office/drawing/2014/main" id="{5E0EEDBA-6341-C50F-1C29-F5B116341E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6256" y="399254"/>
            <a:ext cx="10463707" cy="8900663"/>
          </a:xfrm>
          <a:prstGeom prst="rect">
            <a:avLst/>
          </a:prstGeom>
        </p:spPr>
      </p:pic>
    </p:spTree>
    <p:extLst>
      <p:ext uri="{BB962C8B-B14F-4D97-AF65-F5344CB8AC3E}">
        <p14:creationId xmlns:p14="http://schemas.microsoft.com/office/powerpoint/2010/main" val="979352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F0D1CCBD-3E5D-8C63-483F-5B3E733199E7}"/>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C91B3718-23D1-794F-7A88-17C8EC92C0A9}"/>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6" name="Group 16">
            <a:extLst>
              <a:ext uri="{FF2B5EF4-FFF2-40B4-BE49-F238E27FC236}">
                <a16:creationId xmlns:a16="http://schemas.microsoft.com/office/drawing/2014/main" id="{54EF3895-82CF-25F7-C55D-39FECBD3BFA7}"/>
              </a:ext>
            </a:extLst>
          </p:cNvPr>
          <p:cNvGrpSpPr/>
          <p:nvPr/>
        </p:nvGrpSpPr>
        <p:grpSpPr>
          <a:xfrm rot="3232825">
            <a:off x="6767081" y="-3477990"/>
            <a:ext cx="4753838" cy="4753838"/>
            <a:chOff x="0" y="0"/>
            <a:chExt cx="812800" cy="812800"/>
          </a:xfrm>
        </p:grpSpPr>
        <p:sp>
          <p:nvSpPr>
            <p:cNvPr id="17" name="Freeform 17">
              <a:extLst>
                <a:ext uri="{FF2B5EF4-FFF2-40B4-BE49-F238E27FC236}">
                  <a16:creationId xmlns:a16="http://schemas.microsoft.com/office/drawing/2014/main" id="{54F5EF77-2C4B-2317-C9DC-4A665851D7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8" name="TextBox 18">
              <a:extLst>
                <a:ext uri="{FF2B5EF4-FFF2-40B4-BE49-F238E27FC236}">
                  <a16:creationId xmlns:a16="http://schemas.microsoft.com/office/drawing/2014/main" id="{E23C4A04-B9A6-1A31-B8D2-FD4C5313B786}"/>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8" name="Freeform 28">
            <a:extLst>
              <a:ext uri="{FF2B5EF4-FFF2-40B4-BE49-F238E27FC236}">
                <a16:creationId xmlns:a16="http://schemas.microsoft.com/office/drawing/2014/main" id="{D8587711-A54C-CD87-5E77-3317BDA16626}"/>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8B2460E0-6CB6-B491-0EA3-09CA02694414}"/>
              </a:ext>
            </a:extLst>
          </p:cNvPr>
          <p:cNvSpPr txBox="1"/>
          <p:nvPr/>
        </p:nvSpPr>
        <p:spPr>
          <a:xfrm>
            <a:off x="640080" y="3809057"/>
            <a:ext cx="16870680" cy="835613"/>
          </a:xfrm>
          <a:prstGeom prst="rect">
            <a:avLst/>
          </a:prstGeom>
        </p:spPr>
        <p:txBody>
          <a:bodyPr wrap="square" lIns="0" tIns="0" rIns="0" bIns="0" rtlCol="0" anchor="t">
            <a:spAutoFit/>
          </a:bodyPr>
          <a:lstStyle/>
          <a:p>
            <a:pPr>
              <a:lnSpc>
                <a:spcPts val="5973"/>
              </a:lnSpc>
            </a:pPr>
            <a:r>
              <a:rPr lang="en-US" sz="7200">
                <a:solidFill>
                  <a:srgbClr val="FFFFFF"/>
                </a:solidFill>
                <a:latin typeface="Poppins"/>
                <a:ea typeface="Poppins"/>
                <a:cs typeface="Poppins"/>
              </a:rPr>
              <a:t>EXPLAINABLE ARTIFICIAL INTELLIGENCE</a:t>
            </a:r>
          </a:p>
        </p:txBody>
      </p:sp>
      <p:sp>
        <p:nvSpPr>
          <p:cNvPr id="32" name="TextBox 32">
            <a:extLst>
              <a:ext uri="{FF2B5EF4-FFF2-40B4-BE49-F238E27FC236}">
                <a16:creationId xmlns:a16="http://schemas.microsoft.com/office/drawing/2014/main" id="{32A61243-0960-A97C-EEC1-F34AF4DE648F}"/>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spTree>
    <p:extLst>
      <p:ext uri="{BB962C8B-B14F-4D97-AF65-F5344CB8AC3E}">
        <p14:creationId xmlns:p14="http://schemas.microsoft.com/office/powerpoint/2010/main" val="627867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C31E83FD-9D4F-5226-922E-74139666B0F5}"/>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72E8D022-E6CF-4E1C-7A41-E74CADF7D4A7}"/>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16" name="Group 16">
            <a:extLst>
              <a:ext uri="{FF2B5EF4-FFF2-40B4-BE49-F238E27FC236}">
                <a16:creationId xmlns:a16="http://schemas.microsoft.com/office/drawing/2014/main" id="{C2D61B54-3A5B-A849-2B43-3E90BFE7E6E7}"/>
              </a:ext>
            </a:extLst>
          </p:cNvPr>
          <p:cNvGrpSpPr/>
          <p:nvPr/>
        </p:nvGrpSpPr>
        <p:grpSpPr>
          <a:xfrm rot="3232825">
            <a:off x="6767081" y="-3477990"/>
            <a:ext cx="4753838" cy="4753838"/>
            <a:chOff x="0" y="0"/>
            <a:chExt cx="812800" cy="812800"/>
          </a:xfrm>
        </p:grpSpPr>
        <p:sp>
          <p:nvSpPr>
            <p:cNvPr id="17" name="Freeform 17">
              <a:extLst>
                <a:ext uri="{FF2B5EF4-FFF2-40B4-BE49-F238E27FC236}">
                  <a16:creationId xmlns:a16="http://schemas.microsoft.com/office/drawing/2014/main" id="{29DE39BD-8B94-DB56-651E-AAB2BF3EE2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8" name="TextBox 18">
              <a:extLst>
                <a:ext uri="{FF2B5EF4-FFF2-40B4-BE49-F238E27FC236}">
                  <a16:creationId xmlns:a16="http://schemas.microsoft.com/office/drawing/2014/main" id="{29162D80-95C7-FF34-453E-7AD31ACB8E87}"/>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8" name="Freeform 28">
            <a:extLst>
              <a:ext uri="{FF2B5EF4-FFF2-40B4-BE49-F238E27FC236}">
                <a16:creationId xmlns:a16="http://schemas.microsoft.com/office/drawing/2014/main" id="{43B84859-0661-E05E-A040-FFA11FB7DE61}"/>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AFC54C7D-AC3D-45D2-29F6-5E53451D3365}"/>
              </a:ext>
            </a:extLst>
          </p:cNvPr>
          <p:cNvSpPr txBox="1"/>
          <p:nvPr/>
        </p:nvSpPr>
        <p:spPr>
          <a:xfrm>
            <a:off x="304800" y="155144"/>
            <a:ext cx="13899472" cy="769441"/>
          </a:xfrm>
          <a:prstGeom prst="rect">
            <a:avLst/>
          </a:prstGeom>
        </p:spPr>
        <p:txBody>
          <a:bodyPr wrap="square" lIns="0" tIns="0" rIns="0" bIns="0" rtlCol="0" anchor="t">
            <a:spAutoFit/>
          </a:bodyPr>
          <a:lstStyle/>
          <a:p>
            <a:pPr>
              <a:lnSpc>
                <a:spcPts val="5973"/>
              </a:lnSpc>
            </a:pPr>
            <a:r>
              <a:rPr lang="en-US" sz="5350">
                <a:solidFill>
                  <a:srgbClr val="FFFFFF"/>
                </a:solidFill>
                <a:latin typeface="Poppins"/>
                <a:ea typeface="Poppins"/>
                <a:cs typeface="Poppins"/>
              </a:rPr>
              <a:t>LIME</a:t>
            </a:r>
          </a:p>
        </p:txBody>
      </p:sp>
      <p:sp>
        <p:nvSpPr>
          <p:cNvPr id="32" name="TextBox 32">
            <a:extLst>
              <a:ext uri="{FF2B5EF4-FFF2-40B4-BE49-F238E27FC236}">
                <a16:creationId xmlns:a16="http://schemas.microsoft.com/office/drawing/2014/main" id="{05DD9A95-6079-E7E7-966C-A1F0EF2F8871}"/>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pic>
        <p:nvPicPr>
          <p:cNvPr id="7" name="Picture 6">
            <a:extLst>
              <a:ext uri="{FF2B5EF4-FFF2-40B4-BE49-F238E27FC236}">
                <a16:creationId xmlns:a16="http://schemas.microsoft.com/office/drawing/2014/main" id="{AB851D79-5F40-C2D7-C19F-4B07A41D2E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54913"/>
            <a:ext cx="18325539" cy="4429981"/>
          </a:xfrm>
          <a:prstGeom prst="rect">
            <a:avLst/>
          </a:prstGeom>
        </p:spPr>
      </p:pic>
      <p:pic>
        <p:nvPicPr>
          <p:cNvPr id="9" name="Picture 8">
            <a:extLst>
              <a:ext uri="{FF2B5EF4-FFF2-40B4-BE49-F238E27FC236}">
                <a16:creationId xmlns:a16="http://schemas.microsoft.com/office/drawing/2014/main" id="{D1084111-B63C-A972-FD13-623E649D9B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00" y="5799178"/>
            <a:ext cx="7856220" cy="4464799"/>
          </a:xfrm>
          <a:prstGeom prst="rect">
            <a:avLst/>
          </a:prstGeom>
        </p:spPr>
      </p:pic>
    </p:spTree>
    <p:extLst>
      <p:ext uri="{BB962C8B-B14F-4D97-AF65-F5344CB8AC3E}">
        <p14:creationId xmlns:p14="http://schemas.microsoft.com/office/powerpoint/2010/main" val="3421855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45342770-E595-825D-CA1C-9CE809A1B6E2}"/>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414E2CFA-568A-2388-EEBE-EB1BC82DEBB5}"/>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28" name="Freeform 28">
            <a:extLst>
              <a:ext uri="{FF2B5EF4-FFF2-40B4-BE49-F238E27FC236}">
                <a16:creationId xmlns:a16="http://schemas.microsoft.com/office/drawing/2014/main" id="{294BB3FE-1A70-A814-08D8-C1941A799232}"/>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3769D673-F311-557E-3192-48E389D206A0}"/>
              </a:ext>
            </a:extLst>
          </p:cNvPr>
          <p:cNvSpPr txBox="1"/>
          <p:nvPr/>
        </p:nvSpPr>
        <p:spPr>
          <a:xfrm>
            <a:off x="342807" y="266575"/>
            <a:ext cx="14973596" cy="769441"/>
          </a:xfrm>
          <a:prstGeom prst="rect">
            <a:avLst/>
          </a:prstGeom>
        </p:spPr>
        <p:txBody>
          <a:bodyPr wrap="square" lIns="0" tIns="0" rIns="0" bIns="0" rtlCol="0" anchor="t">
            <a:spAutoFit/>
          </a:bodyPr>
          <a:lstStyle/>
          <a:p>
            <a:pPr>
              <a:lnSpc>
                <a:spcPts val="5973"/>
              </a:lnSpc>
            </a:pPr>
            <a:r>
              <a:rPr lang="en-US" sz="5350">
                <a:solidFill>
                  <a:srgbClr val="FFFFFF"/>
                </a:solidFill>
                <a:latin typeface="Poppins"/>
                <a:ea typeface="Poppins"/>
                <a:cs typeface="Poppins"/>
              </a:rPr>
              <a:t>SHAP</a:t>
            </a:r>
          </a:p>
        </p:txBody>
      </p:sp>
      <p:sp>
        <p:nvSpPr>
          <p:cNvPr id="32" name="TextBox 32">
            <a:extLst>
              <a:ext uri="{FF2B5EF4-FFF2-40B4-BE49-F238E27FC236}">
                <a16:creationId xmlns:a16="http://schemas.microsoft.com/office/drawing/2014/main" id="{96065470-5A7C-A703-7DFA-1370DE0E532B}"/>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pic>
        <p:nvPicPr>
          <p:cNvPr id="4" name="Picture 3">
            <a:extLst>
              <a:ext uri="{FF2B5EF4-FFF2-40B4-BE49-F238E27FC236}">
                <a16:creationId xmlns:a16="http://schemas.microsoft.com/office/drawing/2014/main" id="{7D6499F3-5CDD-63D5-6B91-1706F8C5CB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46440"/>
            <a:ext cx="18232616" cy="1922540"/>
          </a:xfrm>
          <a:prstGeom prst="rect">
            <a:avLst/>
          </a:prstGeom>
        </p:spPr>
      </p:pic>
      <p:pic>
        <p:nvPicPr>
          <p:cNvPr id="7" name="Picture 6">
            <a:extLst>
              <a:ext uri="{FF2B5EF4-FFF2-40B4-BE49-F238E27FC236}">
                <a16:creationId xmlns:a16="http://schemas.microsoft.com/office/drawing/2014/main" id="{2BC5CD51-8234-6875-C0CE-DFA3E329E0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2944" y="3268980"/>
            <a:ext cx="12220436" cy="6975135"/>
          </a:xfrm>
          <a:prstGeom prst="rect">
            <a:avLst/>
          </a:prstGeom>
        </p:spPr>
      </p:pic>
    </p:spTree>
    <p:extLst>
      <p:ext uri="{BB962C8B-B14F-4D97-AF65-F5344CB8AC3E}">
        <p14:creationId xmlns:p14="http://schemas.microsoft.com/office/powerpoint/2010/main" val="337259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08E69550-4CD8-2A66-230F-C767ACECDED7}"/>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28AA333B-FAB5-1662-AED2-FF0FE5452A10}"/>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28" name="Freeform 28">
            <a:extLst>
              <a:ext uri="{FF2B5EF4-FFF2-40B4-BE49-F238E27FC236}">
                <a16:creationId xmlns:a16="http://schemas.microsoft.com/office/drawing/2014/main" id="{81290617-FF32-CD30-BA20-255A962CDF37}"/>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D749D5A3-1696-4615-1FD1-51C0E762B653}"/>
              </a:ext>
            </a:extLst>
          </p:cNvPr>
          <p:cNvSpPr txBox="1"/>
          <p:nvPr/>
        </p:nvSpPr>
        <p:spPr>
          <a:xfrm>
            <a:off x="581464" y="400076"/>
            <a:ext cx="15921954" cy="792525"/>
          </a:xfrm>
          <a:prstGeom prst="rect">
            <a:avLst/>
          </a:prstGeom>
        </p:spPr>
        <p:txBody>
          <a:bodyPr wrap="square" lIns="0" tIns="0" rIns="0" bIns="0" rtlCol="0" anchor="t">
            <a:spAutoFit/>
          </a:bodyPr>
          <a:lstStyle/>
          <a:p>
            <a:pPr>
              <a:lnSpc>
                <a:spcPts val="5973"/>
              </a:lnSpc>
            </a:pPr>
            <a:r>
              <a:rPr lang="en-US" sz="6000" dirty="0">
                <a:solidFill>
                  <a:srgbClr val="FFFFFF"/>
                </a:solidFill>
                <a:latin typeface="Poppins"/>
                <a:ea typeface="Poppins"/>
                <a:cs typeface="Poppins"/>
              </a:rPr>
              <a:t>Proposed Solution - Extra Security Layer</a:t>
            </a:r>
          </a:p>
        </p:txBody>
      </p:sp>
      <p:sp>
        <p:nvSpPr>
          <p:cNvPr id="32" name="TextBox 32">
            <a:extLst>
              <a:ext uri="{FF2B5EF4-FFF2-40B4-BE49-F238E27FC236}">
                <a16:creationId xmlns:a16="http://schemas.microsoft.com/office/drawing/2014/main" id="{04BE8D04-152A-9188-C33C-0F040879B114}"/>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sp>
        <p:nvSpPr>
          <p:cNvPr id="3" name="TextBox 2">
            <a:extLst>
              <a:ext uri="{FF2B5EF4-FFF2-40B4-BE49-F238E27FC236}">
                <a16:creationId xmlns:a16="http://schemas.microsoft.com/office/drawing/2014/main" id="{50F760D6-0F0B-0320-B135-7639AF39FC09}"/>
              </a:ext>
            </a:extLst>
          </p:cNvPr>
          <p:cNvSpPr txBox="1"/>
          <p:nvPr/>
        </p:nvSpPr>
        <p:spPr>
          <a:xfrm>
            <a:off x="581464" y="2254066"/>
            <a:ext cx="14973596" cy="6863417"/>
          </a:xfrm>
          <a:prstGeom prst="rect">
            <a:avLst/>
          </a:prstGeom>
          <a:noFill/>
        </p:spPr>
        <p:txBody>
          <a:bodyPr wrap="square">
            <a:spAutoFit/>
          </a:bodyPr>
          <a:lstStyle/>
          <a:p>
            <a:pPr marL="342900" indent="-342900">
              <a:buFont typeface="Arial" panose="020B0604020202020204" pitchFamily="34" charset="0"/>
              <a:buChar char="•"/>
            </a:pPr>
            <a:r>
              <a:rPr lang="en-ZA" sz="4000" dirty="0">
                <a:solidFill>
                  <a:srgbClr val="FFFFFF"/>
                </a:solidFill>
                <a:latin typeface="Poppins"/>
                <a:cs typeface="Poppins"/>
              </a:rPr>
              <a:t>Problem: Most fraud happens in TRANSFER and CASH_OUT</a:t>
            </a:r>
          </a:p>
          <a:p>
            <a:pPr marL="342900" indent="-342900">
              <a:buFont typeface="Arial" panose="020B0604020202020204" pitchFamily="34" charset="0"/>
              <a:buChar char="•"/>
            </a:pPr>
            <a:r>
              <a:rPr lang="en-ZA" sz="4000" dirty="0">
                <a:solidFill>
                  <a:srgbClr val="FFFFFF"/>
                </a:solidFill>
                <a:latin typeface="Poppins"/>
                <a:cs typeface="Poppins"/>
              </a:rPr>
              <a:t>Solution: Add face recognition for BOTH sender and receiver before the transaction completes</a:t>
            </a:r>
          </a:p>
          <a:p>
            <a:pPr marL="342900" indent="-342900">
              <a:buFont typeface="Arial" panose="020B0604020202020204" pitchFamily="34" charset="0"/>
              <a:buChar char="•"/>
            </a:pPr>
            <a:r>
              <a:rPr lang="en-ZA" sz="4000" dirty="0">
                <a:solidFill>
                  <a:srgbClr val="FFFFFF"/>
                </a:solidFill>
                <a:latin typeface="Poppins"/>
                <a:cs typeface="Poppins"/>
              </a:rPr>
              <a:t>How it works: </a:t>
            </a:r>
          </a:p>
          <a:p>
            <a:r>
              <a:rPr lang="en-ZA" sz="4000" dirty="0">
                <a:solidFill>
                  <a:srgbClr val="FFFFFF"/>
                </a:solidFill>
                <a:latin typeface="Poppins"/>
                <a:cs typeface="Poppins"/>
              </a:rPr>
              <a:t>	1. You verify with Face ID to send money </a:t>
            </a:r>
          </a:p>
          <a:p>
            <a:r>
              <a:rPr lang="en-ZA" sz="4000" dirty="0">
                <a:solidFill>
                  <a:srgbClr val="FFFFFF"/>
                </a:solidFill>
                <a:latin typeface="Poppins"/>
                <a:cs typeface="Poppins"/>
              </a:rPr>
              <a:t>	2. Receiver verifies with face ID to receive money</a:t>
            </a:r>
          </a:p>
          <a:p>
            <a:pPr marL="342900" indent="-342900">
              <a:buFont typeface="Arial" panose="020B0604020202020204" pitchFamily="34" charset="0"/>
              <a:buChar char="•"/>
            </a:pPr>
            <a:r>
              <a:rPr lang="en-ZA" sz="4000" dirty="0">
                <a:solidFill>
                  <a:srgbClr val="FFFFFF"/>
                </a:solidFill>
                <a:latin typeface="Poppins"/>
                <a:cs typeface="Poppins"/>
              </a:rPr>
              <a:t>Result: Blocks account takeover + fake accounts + stolen card fraud</a:t>
            </a:r>
          </a:p>
          <a:p>
            <a:pPr marL="342900" indent="-342900">
              <a:buFont typeface="Arial" panose="020B0604020202020204" pitchFamily="34" charset="0"/>
              <a:buChar char="•"/>
            </a:pPr>
            <a:r>
              <a:rPr lang="en-ZA" sz="4000" dirty="0">
                <a:solidFill>
                  <a:srgbClr val="FFFFFF"/>
                </a:solidFill>
                <a:latin typeface="Poppins"/>
                <a:cs typeface="Poppins"/>
              </a:rPr>
              <a:t>Business Value: Extra layer that stops 90% of common fraud without slowing legit customers</a:t>
            </a:r>
          </a:p>
        </p:txBody>
      </p:sp>
    </p:spTree>
    <p:extLst>
      <p:ext uri="{BB962C8B-B14F-4D97-AF65-F5344CB8AC3E}">
        <p14:creationId xmlns:p14="http://schemas.microsoft.com/office/powerpoint/2010/main" val="1458047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B1591F2F-8A8F-9D65-E563-3B3A23E1DCEF}"/>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32785E69-3C7F-275A-8223-BC7A48DCFBD8}"/>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28" name="Freeform 28">
            <a:extLst>
              <a:ext uri="{FF2B5EF4-FFF2-40B4-BE49-F238E27FC236}">
                <a16:creationId xmlns:a16="http://schemas.microsoft.com/office/drawing/2014/main" id="{88A4845E-9EA8-84D8-C79D-6DA807B02F8D}"/>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AED4A854-B799-39C8-249E-E4DDDF05E54D}"/>
              </a:ext>
            </a:extLst>
          </p:cNvPr>
          <p:cNvSpPr txBox="1"/>
          <p:nvPr/>
        </p:nvSpPr>
        <p:spPr>
          <a:xfrm>
            <a:off x="581464" y="400076"/>
            <a:ext cx="15921954" cy="792525"/>
          </a:xfrm>
          <a:prstGeom prst="rect">
            <a:avLst/>
          </a:prstGeom>
        </p:spPr>
        <p:txBody>
          <a:bodyPr wrap="square" lIns="0" tIns="0" rIns="0" bIns="0" rtlCol="0" anchor="t">
            <a:spAutoFit/>
          </a:bodyPr>
          <a:lstStyle/>
          <a:p>
            <a:pPr>
              <a:lnSpc>
                <a:spcPts val="5973"/>
              </a:lnSpc>
            </a:pPr>
            <a:r>
              <a:rPr lang="en-US" sz="6000" dirty="0">
                <a:solidFill>
                  <a:srgbClr val="FFFFFF"/>
                </a:solidFill>
                <a:latin typeface="Poppins"/>
                <a:ea typeface="Poppins"/>
                <a:cs typeface="Poppins"/>
              </a:rPr>
              <a:t>Proposed Solution - Extra Security Layer</a:t>
            </a:r>
          </a:p>
        </p:txBody>
      </p:sp>
      <p:sp>
        <p:nvSpPr>
          <p:cNvPr id="32" name="TextBox 32">
            <a:extLst>
              <a:ext uri="{FF2B5EF4-FFF2-40B4-BE49-F238E27FC236}">
                <a16:creationId xmlns:a16="http://schemas.microsoft.com/office/drawing/2014/main" id="{5BD8C328-4F51-DE76-496B-4E7CDF9CCB72}"/>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pic>
        <p:nvPicPr>
          <p:cNvPr id="2" name="Picture 1">
            <a:extLst>
              <a:ext uri="{FF2B5EF4-FFF2-40B4-BE49-F238E27FC236}">
                <a16:creationId xmlns:a16="http://schemas.microsoft.com/office/drawing/2014/main" id="{34A5A8AF-4770-5385-A2A0-217D2DF25C5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81873" y="1330371"/>
            <a:ext cx="14949365" cy="8443968"/>
          </a:xfrm>
          <a:prstGeom prst="rect">
            <a:avLst/>
          </a:prstGeom>
          <a:noFill/>
          <a:ln>
            <a:noFill/>
          </a:ln>
        </p:spPr>
      </p:pic>
    </p:spTree>
    <p:extLst>
      <p:ext uri="{BB962C8B-B14F-4D97-AF65-F5344CB8AC3E}">
        <p14:creationId xmlns:p14="http://schemas.microsoft.com/office/powerpoint/2010/main" val="2609519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DD106C47-384C-9E4B-EC0D-18E7881F86D4}"/>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0A1D97A1-CC56-38C5-C1E9-EB9C951A4C03}"/>
              </a:ext>
            </a:extLst>
          </p:cNvPr>
          <p:cNvSpPr/>
          <p:nvPr/>
        </p:nvSpPr>
        <p:spPr>
          <a:xfrm>
            <a:off x="-7026655" y="4849586"/>
            <a:ext cx="14662911" cy="14662911"/>
          </a:xfrm>
          <a:custGeom>
            <a:avLst/>
            <a:gdLst/>
            <a:ahLst/>
            <a:cxnLst/>
            <a:rect l="l" t="t" r="r" b="b"/>
            <a:pathLst>
              <a:path w="14662911" h="14662911">
                <a:moveTo>
                  <a:pt x="0" y="0"/>
                </a:moveTo>
                <a:lnTo>
                  <a:pt x="14662910" y="0"/>
                </a:lnTo>
                <a:lnTo>
                  <a:pt x="14662910"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28" name="Freeform 28">
            <a:extLst>
              <a:ext uri="{FF2B5EF4-FFF2-40B4-BE49-F238E27FC236}">
                <a16:creationId xmlns:a16="http://schemas.microsoft.com/office/drawing/2014/main" id="{B5FDB91C-939C-1B47-6C16-F82881B47C19}"/>
              </a:ext>
            </a:extLst>
          </p:cNvPr>
          <p:cNvSpPr/>
          <p:nvPr/>
        </p:nvSpPr>
        <p:spPr>
          <a:xfrm>
            <a:off x="16503418" y="8480156"/>
            <a:ext cx="637327" cy="637327"/>
          </a:xfrm>
          <a:custGeom>
            <a:avLst/>
            <a:gdLst/>
            <a:ahLst/>
            <a:cxnLst/>
            <a:rect l="l" t="t" r="r" b="b"/>
            <a:pathLst>
              <a:path w="637327" h="637327">
                <a:moveTo>
                  <a:pt x="0" y="0"/>
                </a:moveTo>
                <a:lnTo>
                  <a:pt x="637327" y="0"/>
                </a:lnTo>
                <a:lnTo>
                  <a:pt x="637327" y="637327"/>
                </a:lnTo>
                <a:lnTo>
                  <a:pt x="0" y="637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30" name="TextBox 30">
            <a:extLst>
              <a:ext uri="{FF2B5EF4-FFF2-40B4-BE49-F238E27FC236}">
                <a16:creationId xmlns:a16="http://schemas.microsoft.com/office/drawing/2014/main" id="{F0F3B4D0-4159-DF63-A839-80FD2A767124}"/>
              </a:ext>
            </a:extLst>
          </p:cNvPr>
          <p:cNvSpPr txBox="1"/>
          <p:nvPr/>
        </p:nvSpPr>
        <p:spPr>
          <a:xfrm>
            <a:off x="1120140" y="838075"/>
            <a:ext cx="14973596" cy="769441"/>
          </a:xfrm>
          <a:prstGeom prst="rect">
            <a:avLst/>
          </a:prstGeom>
        </p:spPr>
        <p:txBody>
          <a:bodyPr wrap="square" lIns="0" tIns="0" rIns="0" bIns="0" rtlCol="0" anchor="t">
            <a:spAutoFit/>
          </a:bodyPr>
          <a:lstStyle/>
          <a:p>
            <a:pPr>
              <a:lnSpc>
                <a:spcPts val="5973"/>
              </a:lnSpc>
            </a:pPr>
            <a:r>
              <a:rPr lang="en-US" sz="5350">
                <a:solidFill>
                  <a:srgbClr val="FFFFFF"/>
                </a:solidFill>
                <a:latin typeface="Poppins"/>
                <a:ea typeface="Poppins"/>
                <a:cs typeface="Poppins"/>
              </a:rPr>
              <a:t>Conclusion</a:t>
            </a:r>
          </a:p>
        </p:txBody>
      </p:sp>
      <p:sp>
        <p:nvSpPr>
          <p:cNvPr id="32" name="TextBox 32">
            <a:extLst>
              <a:ext uri="{FF2B5EF4-FFF2-40B4-BE49-F238E27FC236}">
                <a16:creationId xmlns:a16="http://schemas.microsoft.com/office/drawing/2014/main" id="{673B5097-1E3F-EF35-AAF3-00EA7E0E35CC}"/>
              </a:ext>
            </a:extLst>
          </p:cNvPr>
          <p:cNvSpPr txBox="1"/>
          <p:nvPr/>
        </p:nvSpPr>
        <p:spPr>
          <a:xfrm>
            <a:off x="13690136" y="5219700"/>
            <a:ext cx="3252534" cy="332655"/>
          </a:xfrm>
          <a:prstGeom prst="rect">
            <a:avLst/>
          </a:prstGeom>
        </p:spPr>
        <p:txBody>
          <a:bodyPr lIns="0" tIns="0" rIns="0" bIns="0" rtlCol="0" anchor="t">
            <a:spAutoFit/>
          </a:bodyPr>
          <a:lstStyle/>
          <a:p>
            <a:pPr algn="l">
              <a:lnSpc>
                <a:spcPts val="2760"/>
              </a:lnSpc>
            </a:pPr>
            <a:endParaRPr lang="en-US" sz="2000">
              <a:solidFill>
                <a:srgbClr val="FFFFFF"/>
              </a:solidFill>
              <a:latin typeface="Montserrat Light"/>
              <a:ea typeface="Montserrat Light"/>
              <a:cs typeface="Montserrat Light"/>
            </a:endParaRPr>
          </a:p>
        </p:txBody>
      </p:sp>
      <p:sp>
        <p:nvSpPr>
          <p:cNvPr id="3" name="TextBox 39">
            <a:extLst>
              <a:ext uri="{FF2B5EF4-FFF2-40B4-BE49-F238E27FC236}">
                <a16:creationId xmlns:a16="http://schemas.microsoft.com/office/drawing/2014/main" id="{324B15EA-7E57-4338-9D91-9B557F092C29}"/>
              </a:ext>
            </a:extLst>
          </p:cNvPr>
          <p:cNvSpPr txBox="1"/>
          <p:nvPr/>
        </p:nvSpPr>
        <p:spPr>
          <a:xfrm>
            <a:off x="304800" y="2469424"/>
            <a:ext cx="13670933" cy="4308872"/>
          </a:xfrm>
          <a:prstGeom prst="rect">
            <a:avLst/>
          </a:prstGeom>
        </p:spPr>
        <p:txBody>
          <a:bodyPr wrap="square" lIns="0" tIns="0" rIns="0" bIns="0" rtlCol="0" anchor="t">
            <a:spAutoFit/>
          </a:bodyPr>
          <a:lstStyle/>
          <a:p>
            <a:pPr marL="342900" indent="-342900">
              <a:lnSpc>
                <a:spcPts val="2774"/>
              </a:lnSpc>
              <a:buFont typeface="Arial" panose="020B0604020202020204" pitchFamily="34" charset="0"/>
              <a:buChar char="•"/>
            </a:pPr>
            <a:r>
              <a:rPr lang="en-US" sz="2499" dirty="0">
                <a:solidFill>
                  <a:srgbClr val="FFFFFF"/>
                </a:solidFill>
                <a:latin typeface="Poppins"/>
                <a:cs typeface="Poppins"/>
                <a:sym typeface="Poppins"/>
              </a:rPr>
              <a:t>The project successfully processed more than 6.3 million mobile money transactions from the </a:t>
            </a:r>
            <a:r>
              <a:rPr lang="en-US" sz="2499" dirty="0" err="1">
                <a:solidFill>
                  <a:srgbClr val="FFFFFF"/>
                </a:solidFill>
                <a:latin typeface="Poppins"/>
                <a:cs typeface="Poppins"/>
                <a:sym typeface="Poppins"/>
              </a:rPr>
              <a:t>PaySim</a:t>
            </a:r>
            <a:r>
              <a:rPr lang="en-US" sz="2499" dirty="0">
                <a:solidFill>
                  <a:srgbClr val="FFFFFF"/>
                </a:solidFill>
                <a:latin typeface="Poppins"/>
                <a:cs typeface="Poppins"/>
                <a:sym typeface="Poppins"/>
              </a:rPr>
              <a:t> dataset, with no missing, duplicate, or corrupted records, confirming the dataset's quality and suitability for machine learning. Exploratory data analysis provided valuable insights into transaction types, transaction amounts, and transaction patterns over the 30-day simulation period. A major finding was the severe class imbalance between legitimate and fraudulent transactions, which presents a challenge for accurately detecting fraud. The next phase will focus on applying data balancing techniques and training advanced machine learning models, which will be evaluated using metrics such as Precision, Recall, F1-score, ROC-AUC, and Precision-Recall AUC to develop an effective fraud detection system.</a:t>
            </a:r>
            <a:endParaRPr lang="en-US" sz="2450" dirty="0">
              <a:solidFill>
                <a:srgbClr val="FFFFFF"/>
              </a:solidFill>
              <a:latin typeface="Poppins"/>
              <a:ea typeface="Poppins"/>
              <a:cs typeface="Poppins"/>
            </a:endParaRPr>
          </a:p>
          <a:p>
            <a:pPr>
              <a:lnSpc>
                <a:spcPts val="2774"/>
              </a:lnSpc>
            </a:pPr>
            <a:endParaRPr lang="en-US" sz="2499" dirty="0">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4134939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Freeform 3"/>
          <p:cNvSpPr/>
          <p:nvPr/>
        </p:nvSpPr>
        <p:spPr>
          <a:xfrm>
            <a:off x="-10651306" y="-2940311"/>
            <a:ext cx="14662911" cy="14662911"/>
          </a:xfrm>
          <a:custGeom>
            <a:avLst/>
            <a:gdLst/>
            <a:ahLst/>
            <a:cxnLst/>
            <a:rect l="l" t="t" r="r" b="b"/>
            <a:pathLst>
              <a:path w="14662911" h="14662911">
                <a:moveTo>
                  <a:pt x="0" y="0"/>
                </a:moveTo>
                <a:lnTo>
                  <a:pt x="14662911" y="0"/>
                </a:lnTo>
                <a:lnTo>
                  <a:pt x="14662911"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grpSp>
        <p:nvGrpSpPr>
          <p:cNvPr id="4" name="Group 4"/>
          <p:cNvGrpSpPr/>
          <p:nvPr/>
        </p:nvGrpSpPr>
        <p:grpSpPr>
          <a:xfrm rot="3232825">
            <a:off x="10450728" y="-4219618"/>
            <a:ext cx="8991874" cy="899187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6" name="TextBox 6"/>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7" name="Group 7"/>
          <p:cNvGrpSpPr/>
          <p:nvPr/>
        </p:nvGrpSpPr>
        <p:grpSpPr>
          <a:xfrm rot="3232825">
            <a:off x="-519249" y="9259561"/>
            <a:ext cx="2054878" cy="205487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9" name="TextBox 9"/>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0" name="Group 10"/>
          <p:cNvGrpSpPr/>
          <p:nvPr/>
        </p:nvGrpSpPr>
        <p:grpSpPr>
          <a:xfrm rot="3232825">
            <a:off x="10272923" y="1908723"/>
            <a:ext cx="1566670" cy="156667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12" name="TextBox 12"/>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3" name="Group 13"/>
          <p:cNvGrpSpPr/>
          <p:nvPr/>
        </p:nvGrpSpPr>
        <p:grpSpPr>
          <a:xfrm rot="3232825">
            <a:off x="3948305" y="2115269"/>
            <a:ext cx="1280004" cy="128000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15" name="TextBox 15"/>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grpSp>
        <p:nvGrpSpPr>
          <p:cNvPr id="16" name="Group 16"/>
          <p:cNvGrpSpPr/>
          <p:nvPr/>
        </p:nvGrpSpPr>
        <p:grpSpPr>
          <a:xfrm rot="3232825">
            <a:off x="16285321" y="3003893"/>
            <a:ext cx="548417" cy="54841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9786">
                    <a:alpha val="100000"/>
                  </a:srgbClr>
                </a:gs>
                <a:gs pos="100000">
                  <a:srgbClr val="395A3F">
                    <a:alpha val="100000"/>
                  </a:srgbClr>
                </a:gs>
              </a:gsLst>
              <a:path path="circle">
                <a:fillToRect r="100000" b="100000"/>
              </a:path>
              <a:tileRect l="-100000" t="-100000"/>
            </a:gradFill>
            <a:ln cap="sq">
              <a:noFill/>
              <a:prstDash val="solid"/>
              <a:miter/>
            </a:ln>
          </p:spPr>
          <p:txBody>
            <a:bodyPr/>
            <a:lstStyle/>
            <a:p>
              <a:endParaRPr lang="en-ZA"/>
            </a:p>
          </p:txBody>
        </p:sp>
        <p:sp>
          <p:nvSpPr>
            <p:cNvPr id="18" name="TextBox 18"/>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30" name="TextBox 30"/>
          <p:cNvSpPr txBox="1"/>
          <p:nvPr/>
        </p:nvSpPr>
        <p:spPr>
          <a:xfrm>
            <a:off x="5242300" y="4616418"/>
            <a:ext cx="9438867" cy="1528047"/>
          </a:xfrm>
          <a:prstGeom prst="rect">
            <a:avLst/>
          </a:prstGeom>
        </p:spPr>
        <p:txBody>
          <a:bodyPr wrap="square" lIns="0" tIns="0" rIns="0" bIns="0" rtlCol="0" anchor="t">
            <a:spAutoFit/>
          </a:bodyPr>
          <a:lstStyle/>
          <a:p>
            <a:pPr algn="l">
              <a:lnSpc>
                <a:spcPts val="11855"/>
              </a:lnSpc>
            </a:pPr>
            <a:r>
              <a:rPr lang="en-US" sz="10680" b="1">
                <a:solidFill>
                  <a:srgbClr val="FFFFFF"/>
                </a:solidFill>
                <a:latin typeface="Poppins Semi-Bold"/>
                <a:ea typeface="Poppins Semi-Bold"/>
                <a:cs typeface="Poppins Semi-Bold"/>
                <a:sym typeface="Poppins Semi-Bold"/>
              </a:rPr>
              <a:t>Thank You!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71332">
                <a:alpha val="100000"/>
              </a:srgbClr>
            </a:gs>
            <a:gs pos="100000">
              <a:srgbClr val="083F42">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4F4AD0BD-0336-6F27-955A-2619943A24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7C43DF-7141-4280-EECF-E581832D80E7}"/>
              </a:ext>
            </a:extLst>
          </p:cNvPr>
          <p:cNvSpPr/>
          <p:nvPr/>
        </p:nvSpPr>
        <p:spPr>
          <a:xfrm>
            <a:off x="-7635763" y="5143500"/>
            <a:ext cx="14662911" cy="14662911"/>
          </a:xfrm>
          <a:custGeom>
            <a:avLst/>
            <a:gdLst/>
            <a:ahLst/>
            <a:cxnLst/>
            <a:rect l="l" t="t" r="r" b="b"/>
            <a:pathLst>
              <a:path w="14662911" h="14662911">
                <a:moveTo>
                  <a:pt x="0" y="0"/>
                </a:moveTo>
                <a:lnTo>
                  <a:pt x="14662911" y="0"/>
                </a:lnTo>
                <a:lnTo>
                  <a:pt x="14662911" y="14662911"/>
                </a:lnTo>
                <a:lnTo>
                  <a:pt x="0" y="14662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8" name="TextBox 8">
            <a:extLst>
              <a:ext uri="{FF2B5EF4-FFF2-40B4-BE49-F238E27FC236}">
                <a16:creationId xmlns:a16="http://schemas.microsoft.com/office/drawing/2014/main" id="{96BAEEB4-B88B-6F36-995E-42866CE87923}"/>
              </a:ext>
            </a:extLst>
          </p:cNvPr>
          <p:cNvSpPr txBox="1"/>
          <p:nvPr/>
        </p:nvSpPr>
        <p:spPr>
          <a:xfrm>
            <a:off x="838200" y="640952"/>
            <a:ext cx="8992476" cy="770339"/>
          </a:xfrm>
          <a:prstGeom prst="rect">
            <a:avLst/>
          </a:prstGeom>
        </p:spPr>
        <p:txBody>
          <a:bodyPr wrap="square" lIns="0" tIns="0" rIns="0" bIns="0" rtlCol="0" anchor="t">
            <a:spAutoFit/>
          </a:bodyPr>
          <a:lstStyle/>
          <a:p>
            <a:pPr algn="l">
              <a:lnSpc>
                <a:spcPts val="5973"/>
              </a:lnSpc>
            </a:pPr>
            <a:r>
              <a:rPr lang="en-US" sz="5381">
                <a:solidFill>
                  <a:srgbClr val="FFFFFF"/>
                </a:solidFill>
                <a:latin typeface="Poppins"/>
                <a:ea typeface="Poppins"/>
                <a:cs typeface="Poppins"/>
                <a:sym typeface="Poppins"/>
              </a:rPr>
              <a:t>Reference List</a:t>
            </a:r>
          </a:p>
        </p:txBody>
      </p:sp>
      <p:grpSp>
        <p:nvGrpSpPr>
          <p:cNvPr id="22" name="Group 22">
            <a:extLst>
              <a:ext uri="{FF2B5EF4-FFF2-40B4-BE49-F238E27FC236}">
                <a16:creationId xmlns:a16="http://schemas.microsoft.com/office/drawing/2014/main" id="{5172D269-0225-BC09-F801-6548B009146E}"/>
              </a:ext>
            </a:extLst>
          </p:cNvPr>
          <p:cNvGrpSpPr/>
          <p:nvPr/>
        </p:nvGrpSpPr>
        <p:grpSpPr>
          <a:xfrm rot="3232825">
            <a:off x="-2488796" y="9183802"/>
            <a:ext cx="4753838" cy="4753838"/>
            <a:chOff x="0" y="0"/>
            <a:chExt cx="812800" cy="812800"/>
          </a:xfrm>
        </p:grpSpPr>
        <p:sp>
          <p:nvSpPr>
            <p:cNvPr id="23" name="Freeform 23">
              <a:extLst>
                <a:ext uri="{FF2B5EF4-FFF2-40B4-BE49-F238E27FC236}">
                  <a16:creationId xmlns:a16="http://schemas.microsoft.com/office/drawing/2014/main" id="{49EC5595-86B7-EB51-0144-B8C1AAD8A4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gradFill>
                <a:gsLst>
                  <a:gs pos="0">
                    <a:srgbClr val="299786">
                      <a:alpha val="100000"/>
                    </a:srgbClr>
                  </a:gs>
                  <a:gs pos="100000">
                    <a:srgbClr val="395A3F">
                      <a:alpha val="100000"/>
                    </a:srgbClr>
                  </a:gs>
                </a:gsLst>
                <a:path path="circle">
                  <a:fillToRect r="100000" b="100000"/>
                </a:path>
                <a:tileRect l="-100000" t="-100000"/>
              </a:gradFill>
              <a:prstDash val="solid"/>
              <a:miter/>
            </a:ln>
          </p:spPr>
          <p:txBody>
            <a:bodyPr/>
            <a:lstStyle/>
            <a:p>
              <a:endParaRPr lang="en-ZA"/>
            </a:p>
          </p:txBody>
        </p:sp>
        <p:sp>
          <p:nvSpPr>
            <p:cNvPr id="24" name="TextBox 24">
              <a:extLst>
                <a:ext uri="{FF2B5EF4-FFF2-40B4-BE49-F238E27FC236}">
                  <a16:creationId xmlns:a16="http://schemas.microsoft.com/office/drawing/2014/main" id="{AB2645C5-A9DB-FE3E-46C6-4DD000AF3EC8}"/>
                </a:ext>
              </a:extLst>
            </p:cNvPr>
            <p:cNvSpPr txBox="1"/>
            <p:nvPr/>
          </p:nvSpPr>
          <p:spPr>
            <a:xfrm>
              <a:off x="76200" y="66675"/>
              <a:ext cx="660400" cy="669925"/>
            </a:xfrm>
            <a:prstGeom prst="rect">
              <a:avLst/>
            </a:prstGeom>
          </p:spPr>
          <p:txBody>
            <a:bodyPr lIns="50800" tIns="50800" rIns="50800" bIns="50800" rtlCol="0" anchor="ctr"/>
            <a:lstStyle/>
            <a:p>
              <a:pPr algn="ctr">
                <a:lnSpc>
                  <a:spcPts val="2220"/>
                </a:lnSpc>
              </a:pPr>
              <a:endParaRPr/>
            </a:p>
          </p:txBody>
        </p:sp>
      </p:grpSp>
      <p:sp>
        <p:nvSpPr>
          <p:cNvPr id="28" name="AutoShape 28">
            <a:extLst>
              <a:ext uri="{FF2B5EF4-FFF2-40B4-BE49-F238E27FC236}">
                <a16:creationId xmlns:a16="http://schemas.microsoft.com/office/drawing/2014/main" id="{52EC979A-CB6A-1971-8C9F-5AA7421453B7}"/>
              </a:ext>
            </a:extLst>
          </p:cNvPr>
          <p:cNvSpPr/>
          <p:nvPr/>
        </p:nvSpPr>
        <p:spPr>
          <a:xfrm flipH="1">
            <a:off x="1038225" y="5981860"/>
            <a:ext cx="0" cy="1028624"/>
          </a:xfrm>
          <a:prstGeom prst="line">
            <a:avLst/>
          </a:prstGeom>
          <a:ln w="19050" cap="flat">
            <a:gradFill>
              <a:gsLst>
                <a:gs pos="0">
                  <a:srgbClr val="299786">
                    <a:alpha val="100000"/>
                  </a:srgbClr>
                </a:gs>
                <a:gs pos="100000">
                  <a:srgbClr val="395A3F">
                    <a:alpha val="100000"/>
                  </a:srgbClr>
                </a:gs>
              </a:gsLst>
              <a:path path="circle">
                <a:fillToRect r="100000" b="100000"/>
              </a:path>
              <a:tileRect l="-100000" t="-100000"/>
            </a:gradFill>
            <a:prstDash val="solid"/>
            <a:headEnd type="none" w="sm" len="sm"/>
            <a:tailEnd type="none" w="sm" len="sm"/>
          </a:ln>
        </p:spPr>
        <p:txBody>
          <a:bodyPr/>
          <a:lstStyle/>
          <a:p>
            <a:endParaRPr lang="en-ZA"/>
          </a:p>
        </p:txBody>
      </p:sp>
      <p:sp>
        <p:nvSpPr>
          <p:cNvPr id="39" name="TextBox 39">
            <a:extLst>
              <a:ext uri="{FF2B5EF4-FFF2-40B4-BE49-F238E27FC236}">
                <a16:creationId xmlns:a16="http://schemas.microsoft.com/office/drawing/2014/main" id="{AF7FDF40-A837-9F1F-C49D-8A98F9490E30}"/>
              </a:ext>
            </a:extLst>
          </p:cNvPr>
          <p:cNvSpPr txBox="1"/>
          <p:nvPr/>
        </p:nvSpPr>
        <p:spPr>
          <a:xfrm>
            <a:off x="587705" y="3743311"/>
            <a:ext cx="16397275" cy="3231654"/>
          </a:xfrm>
          <a:prstGeom prst="rect">
            <a:avLst/>
          </a:prstGeom>
        </p:spPr>
        <p:txBody>
          <a:bodyPr wrap="square" lIns="0" tIns="0" rIns="0" bIns="0" rtlCol="0" anchor="t">
            <a:spAutoFit/>
          </a:bodyPr>
          <a:lstStyle/>
          <a:p>
            <a:pPr marL="342900" indent="-342900">
              <a:lnSpc>
                <a:spcPts val="2774"/>
              </a:lnSpc>
              <a:buFont typeface="Arial" panose="020B0604020202020204" pitchFamily="34" charset="0"/>
              <a:buChar char="•"/>
            </a:pPr>
            <a:r>
              <a:rPr lang="en-US" sz="2499" dirty="0" err="1">
                <a:solidFill>
                  <a:srgbClr val="FFFFFF"/>
                </a:solidFill>
                <a:latin typeface="Poppins"/>
                <a:ea typeface="Poppins"/>
                <a:cs typeface="Poppins"/>
                <a:sym typeface="Poppins"/>
              </a:rPr>
              <a:t>Enaifoghe</a:t>
            </a:r>
            <a:r>
              <a:rPr lang="en-US" sz="2499" dirty="0">
                <a:solidFill>
                  <a:srgbClr val="FFFFFF"/>
                </a:solidFill>
                <a:latin typeface="Poppins"/>
                <a:ea typeface="Poppins"/>
                <a:cs typeface="Poppins"/>
                <a:sym typeface="Poppins"/>
              </a:rPr>
              <a:t>, A. (2026). The Rapid Growth of Digital Banking Services on Customer </a:t>
            </a:r>
            <a:r>
              <a:rPr lang="en-US" sz="2499" dirty="0" err="1">
                <a:solidFill>
                  <a:srgbClr val="FFFFFF"/>
                </a:solidFill>
                <a:latin typeface="Poppins"/>
                <a:ea typeface="Poppins"/>
                <a:cs typeface="Poppins"/>
                <a:sym typeface="Poppins"/>
              </a:rPr>
              <a:t>Behaviour</a:t>
            </a:r>
            <a:r>
              <a:rPr lang="en-US" sz="2499" dirty="0">
                <a:solidFill>
                  <a:srgbClr val="FFFFFF"/>
                </a:solidFill>
                <a:latin typeface="Poppins"/>
                <a:ea typeface="Poppins"/>
                <a:cs typeface="Poppins"/>
                <a:sym typeface="Poppins"/>
              </a:rPr>
              <a:t> and Satisfaction in South Africa. Intechopen.com. [online] doi:10.5772/intechopen.1012046.</a:t>
            </a:r>
          </a:p>
          <a:p>
            <a:pPr marL="342900" indent="-342900">
              <a:lnSpc>
                <a:spcPts val="2774"/>
              </a:lnSpc>
              <a:buFont typeface="Arial" panose="020B0604020202020204" pitchFamily="34" charset="0"/>
              <a:buChar char="•"/>
            </a:pPr>
            <a:r>
              <a:rPr lang="en-US" sz="2499" dirty="0">
                <a:solidFill>
                  <a:srgbClr val="FFFFFF"/>
                </a:solidFill>
                <a:latin typeface="Poppins"/>
                <a:ea typeface="Poppins"/>
                <a:cs typeface="Poppins"/>
                <a:sym typeface="Poppins"/>
              </a:rPr>
              <a:t>J. Nanduri, Y.-W. Liu, K. Yang, and Y. Jia, ‘‘Ecommerce fraud detection through fraud islands and multi-layer machine learning model,’’ in Proc. Future Inf. Commun. Conf., in Advances in Information and Communication. San Francisco, CA, USA: Springer, 2020, pp. 556–570.</a:t>
            </a:r>
          </a:p>
          <a:p>
            <a:pPr marL="342900" indent="-342900">
              <a:lnSpc>
                <a:spcPts val="2774"/>
              </a:lnSpc>
              <a:buFont typeface="Arial" panose="020B0604020202020204" pitchFamily="34" charset="0"/>
              <a:buChar char="•"/>
            </a:pPr>
            <a:endParaRPr lang="en-US" sz="2499" dirty="0">
              <a:solidFill>
                <a:srgbClr val="FFFFFF"/>
              </a:solidFill>
              <a:latin typeface="Poppins"/>
              <a:ea typeface="Poppins"/>
              <a:cs typeface="Poppins"/>
              <a:sym typeface="Poppins"/>
            </a:endParaRPr>
          </a:p>
          <a:p>
            <a:pPr>
              <a:lnSpc>
                <a:spcPts val="2774"/>
              </a:lnSpc>
            </a:pPr>
            <a:endParaRPr lang="en-US" sz="2499" dirty="0">
              <a:solidFill>
                <a:srgbClr val="FFFFFF"/>
              </a:solidFill>
              <a:latin typeface="Poppins"/>
              <a:ea typeface="Poppins"/>
              <a:cs typeface="Poppins"/>
              <a:sym typeface="Poppins"/>
            </a:endParaRPr>
          </a:p>
          <a:p>
            <a:pPr>
              <a:lnSpc>
                <a:spcPts val="2774"/>
              </a:lnSpc>
            </a:pPr>
            <a:endParaRPr lang="en-US" sz="2499" dirty="0">
              <a:solidFill>
                <a:srgbClr val="FFFFFF"/>
              </a:solidFill>
              <a:latin typeface="Poppins"/>
              <a:ea typeface="Poppins"/>
              <a:cs typeface="Poppins"/>
              <a:sym typeface="Poppins"/>
            </a:endParaRPr>
          </a:p>
          <a:p>
            <a:pPr>
              <a:lnSpc>
                <a:spcPts val="2774"/>
              </a:lnSpc>
            </a:pPr>
            <a:endParaRPr lang="en-US" sz="2499" dirty="0">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1418584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747</Words>
  <Application>Microsoft Office PowerPoint</Application>
  <PresentationFormat>Custom</PresentationFormat>
  <Paragraphs>67</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Poppins Semi-Bold</vt:lpstr>
      <vt:lpstr>Arial</vt:lpstr>
      <vt:lpstr>Montserrat Light</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Admin</dc:creator>
  <cp:lastModifiedBy>Bonolo Angela Rentsi</cp:lastModifiedBy>
  <cp:revision>1</cp:revision>
  <dcterms:created xsi:type="dcterms:W3CDTF">2006-08-16T00:00:00Z</dcterms:created>
  <dcterms:modified xsi:type="dcterms:W3CDTF">2026-07-26T07:50:19Z</dcterms:modified>
  <dc:identifier>DAGF5Cfd7tE</dc:identifier>
</cp:coreProperties>
</file>